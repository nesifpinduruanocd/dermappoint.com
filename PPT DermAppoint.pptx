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4"/>
  </p:notesMasterIdLst>
  <p:handoutMasterIdLst>
    <p:handoutMasterId r:id="rId15"/>
  </p:handoutMasterIdLst>
  <p:sldIdLst>
    <p:sldId id="436" r:id="rId5"/>
    <p:sldId id="441" r:id="rId6"/>
    <p:sldId id="450" r:id="rId7"/>
    <p:sldId id="440" r:id="rId8"/>
    <p:sldId id="451" r:id="rId9"/>
    <p:sldId id="452" r:id="rId10"/>
    <p:sldId id="442" r:id="rId11"/>
    <p:sldId id="449" r:id="rId12"/>
    <p:sldId id="43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8187"/>
    <a:srgbClr val="0C4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428CD3-AD2B-4449-B189-DDEFA86C999A}" v="2" dt="2026-01-08T06:43:40.549"/>
  </p1510:revLst>
</p1510:revInfo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94" autoAdjust="0"/>
  </p:normalViewPr>
  <p:slideViewPr>
    <p:cSldViewPr snapToGrid="0">
      <p:cViewPr varScale="1">
        <p:scale>
          <a:sx n="76" d="100"/>
          <a:sy n="76" d="100"/>
        </p:scale>
        <p:origin x="62" y="250"/>
      </p:cViewPr>
      <p:guideLst/>
    </p:cSldViewPr>
  </p:slideViewPr>
  <p:outlineViewPr>
    <p:cViewPr>
      <p:scale>
        <a:sx n="33" d="100"/>
        <a:sy n="33" d="100"/>
      </p:scale>
      <p:origin x="0" y="-1714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71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sif Pinduruan" userId="1cd4f1bd6cccd166" providerId="LiveId" clId="{AE06CAC3-711F-4902-B46B-342D460EE200}"/>
    <pc:docChg chg="undo custSel addSld delSld modSld sldOrd">
      <pc:chgData name="Nesif Pinduruan" userId="1cd4f1bd6cccd166" providerId="LiveId" clId="{AE06CAC3-711F-4902-B46B-342D460EE200}" dt="2026-01-08T06:44:07.794" v="354" actId="1076"/>
      <pc:docMkLst>
        <pc:docMk/>
      </pc:docMkLst>
      <pc:sldChg chg="addSp delSp modSp mod">
        <pc:chgData name="Nesif Pinduruan" userId="1cd4f1bd6cccd166" providerId="LiveId" clId="{AE06CAC3-711F-4902-B46B-342D460EE200}" dt="2025-12-23T12:42:28.921" v="33" actId="478"/>
        <pc:sldMkLst>
          <pc:docMk/>
          <pc:sldMk cId="2280806097" sldId="435"/>
        </pc:sldMkLst>
        <pc:spChg chg="add mod">
          <ac:chgData name="Nesif Pinduruan" userId="1cd4f1bd6cccd166" providerId="LiveId" clId="{AE06CAC3-711F-4902-B46B-342D460EE200}" dt="2025-12-23T12:42:28.921" v="33" actId="478"/>
          <ac:spMkLst>
            <pc:docMk/>
            <pc:sldMk cId="2280806097" sldId="435"/>
            <ac:spMk id="3" creationId="{E7BD3020-EDCF-4903-D293-8011D228DBC6}"/>
          </ac:spMkLst>
        </pc:spChg>
      </pc:sldChg>
      <pc:sldChg chg="addSp delSp modSp mod ord setBg">
        <pc:chgData name="Nesif Pinduruan" userId="1cd4f1bd6cccd166" providerId="LiveId" clId="{AE06CAC3-711F-4902-B46B-342D460EE200}" dt="2025-12-31T09:14:28.396" v="295" actId="403"/>
        <pc:sldMkLst>
          <pc:docMk/>
          <pc:sldMk cId="3457628484" sldId="440"/>
        </pc:sldMkLst>
        <pc:spChg chg="mod ord">
          <ac:chgData name="Nesif Pinduruan" userId="1cd4f1bd6cccd166" providerId="LiveId" clId="{AE06CAC3-711F-4902-B46B-342D460EE200}" dt="2025-12-31T07:03:31.257" v="87" actId="26606"/>
          <ac:spMkLst>
            <pc:docMk/>
            <pc:sldMk cId="3457628484" sldId="440"/>
            <ac:spMk id="2" creationId="{616BFA23-AB5B-BA88-E233-DE14DED5A297}"/>
          </ac:spMkLst>
        </pc:spChg>
        <pc:spChg chg="mod">
          <ac:chgData name="Nesif Pinduruan" userId="1cd4f1bd6cccd166" providerId="LiveId" clId="{AE06CAC3-711F-4902-B46B-342D460EE200}" dt="2025-12-31T09:14:28.396" v="295" actId="403"/>
          <ac:spMkLst>
            <pc:docMk/>
            <pc:sldMk cId="3457628484" sldId="440"/>
            <ac:spMk id="3" creationId="{160027CB-3C27-FC4C-AEF9-685A21EA1B94}"/>
          </ac:spMkLst>
        </pc:spChg>
        <pc:spChg chg="mod">
          <ac:chgData name="Nesif Pinduruan" userId="1cd4f1bd6cccd166" providerId="LiveId" clId="{AE06CAC3-711F-4902-B46B-342D460EE200}" dt="2025-12-31T07:04:02.983" v="92" actId="26606"/>
          <ac:spMkLst>
            <pc:docMk/>
            <pc:sldMk cId="3457628484" sldId="440"/>
            <ac:spMk id="4" creationId="{7B25569D-4B51-26CD-C967-65D3F4059DB9}"/>
          </ac:spMkLst>
        </pc:spChg>
        <pc:spChg chg="add">
          <ac:chgData name="Nesif Pinduruan" userId="1cd4f1bd6cccd166" providerId="LiveId" clId="{AE06CAC3-711F-4902-B46B-342D460EE200}" dt="2025-12-31T07:04:02.983" v="92" actId="26606"/>
          <ac:spMkLst>
            <pc:docMk/>
            <pc:sldMk cId="3457628484" sldId="440"/>
            <ac:spMk id="34" creationId="{7A08E557-10DB-421A-876E-1AE58F8E07C4}"/>
          </ac:spMkLst>
        </pc:spChg>
        <pc:spChg chg="add">
          <ac:chgData name="Nesif Pinduruan" userId="1cd4f1bd6cccd166" providerId="LiveId" clId="{AE06CAC3-711F-4902-B46B-342D460EE200}" dt="2025-12-31T07:04:02.983" v="92" actId="26606"/>
          <ac:spMkLst>
            <pc:docMk/>
            <pc:sldMk cId="3457628484" sldId="440"/>
            <ac:spMk id="35" creationId="{EB6DAA74-6928-4A84-9C3F-D130518F6441}"/>
          </ac:spMkLst>
        </pc:spChg>
        <pc:spChg chg="add">
          <ac:chgData name="Nesif Pinduruan" userId="1cd4f1bd6cccd166" providerId="LiveId" clId="{AE06CAC3-711F-4902-B46B-342D460EE200}" dt="2025-12-31T07:04:02.983" v="92" actId="26606"/>
          <ac:spMkLst>
            <pc:docMk/>
            <pc:sldMk cId="3457628484" sldId="440"/>
            <ac:spMk id="36" creationId="{FDE2EC86-78BA-4B5E-A283-4FC8EC64C6FE}"/>
          </ac:spMkLst>
        </pc:spChg>
        <pc:spChg chg="add">
          <ac:chgData name="Nesif Pinduruan" userId="1cd4f1bd6cccd166" providerId="LiveId" clId="{AE06CAC3-711F-4902-B46B-342D460EE200}" dt="2025-12-31T07:04:02.983" v="92" actId="26606"/>
          <ac:spMkLst>
            <pc:docMk/>
            <pc:sldMk cId="3457628484" sldId="440"/>
            <ac:spMk id="37" creationId="{ECC966CD-9E88-40A4-8C1B-22FDDBF56C76}"/>
          </ac:spMkLst>
        </pc:spChg>
        <pc:picChg chg="add mod">
          <ac:chgData name="Nesif Pinduruan" userId="1cd4f1bd6cccd166" providerId="LiveId" clId="{AE06CAC3-711F-4902-B46B-342D460EE200}" dt="2025-12-31T07:04:51.994" v="106" actId="14100"/>
          <ac:picMkLst>
            <pc:docMk/>
            <pc:sldMk cId="3457628484" sldId="440"/>
            <ac:picMk id="6" creationId="{A36A0DE3-86BD-F03C-E8F5-5949A13FE89B}"/>
          </ac:picMkLst>
        </pc:picChg>
        <pc:picChg chg="add mod">
          <ac:chgData name="Nesif Pinduruan" userId="1cd4f1bd6cccd166" providerId="LiveId" clId="{AE06CAC3-711F-4902-B46B-342D460EE200}" dt="2025-12-31T07:04:42.323" v="104" actId="1076"/>
          <ac:picMkLst>
            <pc:docMk/>
            <pc:sldMk cId="3457628484" sldId="440"/>
            <ac:picMk id="8" creationId="{4F072A86-8317-CD99-DE15-7E60568EE58A}"/>
          </ac:picMkLst>
        </pc:picChg>
      </pc:sldChg>
      <pc:sldChg chg="addSp delSp modSp mod">
        <pc:chgData name="Nesif Pinduruan" userId="1cd4f1bd6cccd166" providerId="LiveId" clId="{AE06CAC3-711F-4902-B46B-342D460EE200}" dt="2025-12-31T09:06:43.805" v="139" actId="27636"/>
        <pc:sldMkLst>
          <pc:docMk/>
          <pc:sldMk cId="2470345671" sldId="441"/>
        </pc:sldMkLst>
        <pc:spChg chg="mod">
          <ac:chgData name="Nesif Pinduruan" userId="1cd4f1bd6cccd166" providerId="LiveId" clId="{AE06CAC3-711F-4902-B46B-342D460EE200}" dt="2025-12-23T10:52:38.830" v="17" actId="1076"/>
          <ac:spMkLst>
            <pc:docMk/>
            <pc:sldMk cId="2470345671" sldId="441"/>
            <ac:spMk id="3" creationId="{68C2EC19-A157-8389-07DB-650659081F52}"/>
          </ac:spMkLst>
        </pc:spChg>
        <pc:spChg chg="add del mod">
          <ac:chgData name="Nesif Pinduruan" userId="1cd4f1bd6cccd166" providerId="LiveId" clId="{AE06CAC3-711F-4902-B46B-342D460EE200}" dt="2025-12-31T09:06:15.494" v="129" actId="20577"/>
          <ac:spMkLst>
            <pc:docMk/>
            <pc:sldMk cId="2470345671" sldId="441"/>
            <ac:spMk id="4" creationId="{B9D6390D-BFD6-DF07-2067-06D2785D587D}"/>
          </ac:spMkLst>
        </pc:spChg>
        <pc:spChg chg="add mod">
          <ac:chgData name="Nesif Pinduruan" userId="1cd4f1bd6cccd166" providerId="LiveId" clId="{AE06CAC3-711F-4902-B46B-342D460EE200}" dt="2025-12-31T09:06:43.805" v="139" actId="27636"/>
          <ac:spMkLst>
            <pc:docMk/>
            <pc:sldMk cId="2470345671" sldId="441"/>
            <ac:spMk id="6" creationId="{2A965A25-4786-01DD-CDDA-67D0CCD36598}"/>
          </ac:spMkLst>
        </pc:spChg>
      </pc:sldChg>
      <pc:sldChg chg="addSp delSp modSp mod">
        <pc:chgData name="Nesif Pinduruan" userId="1cd4f1bd6cccd166" providerId="LiveId" clId="{AE06CAC3-711F-4902-B46B-342D460EE200}" dt="2025-12-31T09:12:33.574" v="232" actId="1076"/>
        <pc:sldMkLst>
          <pc:docMk/>
          <pc:sldMk cId="3421864832" sldId="442"/>
        </pc:sldMkLst>
        <pc:spChg chg="mod">
          <ac:chgData name="Nesif Pinduruan" userId="1cd4f1bd6cccd166" providerId="LiveId" clId="{AE06CAC3-711F-4902-B46B-342D460EE200}" dt="2025-12-31T09:12:27.855" v="231" actId="1076"/>
          <ac:spMkLst>
            <pc:docMk/>
            <pc:sldMk cId="3421864832" sldId="442"/>
            <ac:spMk id="3" creationId="{4F465791-02C3-85CB-EC2D-AE1D097AD894}"/>
          </ac:spMkLst>
        </pc:spChg>
        <pc:spChg chg="add mod">
          <ac:chgData name="Nesif Pinduruan" userId="1cd4f1bd6cccd166" providerId="LiveId" clId="{AE06CAC3-711F-4902-B46B-342D460EE200}" dt="2025-12-31T09:12:33.574" v="232" actId="1076"/>
          <ac:spMkLst>
            <pc:docMk/>
            <pc:sldMk cId="3421864832" sldId="442"/>
            <ac:spMk id="4" creationId="{735AFF85-B4AF-9D02-B45F-DE81F419E5A8}"/>
          </ac:spMkLst>
        </pc:spChg>
      </pc:sldChg>
      <pc:sldChg chg="addSp delSp modSp mod">
        <pc:chgData name="Nesif Pinduruan" userId="1cd4f1bd6cccd166" providerId="LiveId" clId="{AE06CAC3-711F-4902-B46B-342D460EE200}" dt="2025-12-31T09:14:13.065" v="291" actId="1076"/>
        <pc:sldMkLst>
          <pc:docMk/>
          <pc:sldMk cId="618454260" sldId="449"/>
        </pc:sldMkLst>
        <pc:spChg chg="mod">
          <ac:chgData name="Nesif Pinduruan" userId="1cd4f1bd6cccd166" providerId="LiveId" clId="{AE06CAC3-711F-4902-B46B-342D460EE200}" dt="2025-12-31T09:13:35.028" v="262" actId="1035"/>
          <ac:spMkLst>
            <pc:docMk/>
            <pc:sldMk cId="618454260" sldId="449"/>
            <ac:spMk id="3" creationId="{9BB04C39-AB41-0F7C-9948-A88547CC5462}"/>
          </ac:spMkLst>
        </pc:spChg>
        <pc:spChg chg="add mod">
          <ac:chgData name="Nesif Pinduruan" userId="1cd4f1bd6cccd166" providerId="LiveId" clId="{AE06CAC3-711F-4902-B46B-342D460EE200}" dt="2025-12-31T09:13:59.826" v="290" actId="27636"/>
          <ac:spMkLst>
            <pc:docMk/>
            <pc:sldMk cId="618454260" sldId="449"/>
            <ac:spMk id="4" creationId="{F570E497-FC18-3610-8984-7034494FD0E9}"/>
          </ac:spMkLst>
        </pc:spChg>
        <pc:spChg chg="add mod">
          <ac:chgData name="Nesif Pinduruan" userId="1cd4f1bd6cccd166" providerId="LiveId" clId="{AE06CAC3-711F-4902-B46B-342D460EE200}" dt="2025-12-31T09:14:13.065" v="291" actId="1076"/>
          <ac:spMkLst>
            <pc:docMk/>
            <pc:sldMk cId="618454260" sldId="449"/>
            <ac:spMk id="5" creationId="{F61A1B86-B01C-17A6-1DE5-BBD7890BE7FC}"/>
          </ac:spMkLst>
        </pc:spChg>
      </pc:sldChg>
      <pc:sldChg chg="addSp delSp modSp add mod">
        <pc:chgData name="Nesif Pinduruan" userId="1cd4f1bd6cccd166" providerId="LiveId" clId="{AE06CAC3-711F-4902-B46B-342D460EE200}" dt="2025-12-31T09:14:34.771" v="297" actId="403"/>
        <pc:sldMkLst>
          <pc:docMk/>
          <pc:sldMk cId="1702392082" sldId="450"/>
        </pc:sldMkLst>
        <pc:spChg chg="mod">
          <ac:chgData name="Nesif Pinduruan" userId="1cd4f1bd6cccd166" providerId="LiveId" clId="{AE06CAC3-711F-4902-B46B-342D460EE200}" dt="2025-12-31T09:14:34.771" v="297" actId="403"/>
          <ac:spMkLst>
            <pc:docMk/>
            <pc:sldMk cId="1702392082" sldId="450"/>
            <ac:spMk id="3" creationId="{F07FF950-69A0-3F36-57CE-EB6DFB786DB6}"/>
          </ac:spMkLst>
        </pc:spChg>
        <pc:spChg chg="add mod">
          <ac:chgData name="Nesif Pinduruan" userId="1cd4f1bd6cccd166" providerId="LiveId" clId="{AE06CAC3-711F-4902-B46B-342D460EE200}" dt="2025-12-31T09:11:09.429" v="209" actId="1076"/>
          <ac:spMkLst>
            <pc:docMk/>
            <pc:sldMk cId="1702392082" sldId="450"/>
            <ac:spMk id="6" creationId="{CDBED85B-C2CF-9AF5-6414-0BE15D70AFDF}"/>
          </ac:spMkLst>
        </pc:spChg>
      </pc:sldChg>
      <pc:sldChg chg="add del">
        <pc:chgData name="Nesif Pinduruan" userId="1cd4f1bd6cccd166" providerId="LiveId" clId="{AE06CAC3-711F-4902-B46B-342D460EE200}" dt="2026-01-08T06:41:54.854" v="303" actId="2890"/>
        <pc:sldMkLst>
          <pc:docMk/>
          <pc:sldMk cId="922127375" sldId="451"/>
        </pc:sldMkLst>
      </pc:sldChg>
      <pc:sldChg chg="addSp delSp modSp add mod">
        <pc:chgData name="Nesif Pinduruan" userId="1cd4f1bd6cccd166" providerId="LiveId" clId="{AE06CAC3-711F-4902-B46B-342D460EE200}" dt="2026-01-08T06:42:54.022" v="332" actId="20577"/>
        <pc:sldMkLst>
          <pc:docMk/>
          <pc:sldMk cId="2555234874" sldId="451"/>
        </pc:sldMkLst>
        <pc:spChg chg="mod">
          <ac:chgData name="Nesif Pinduruan" userId="1cd4f1bd6cccd166" providerId="LiveId" clId="{AE06CAC3-711F-4902-B46B-342D460EE200}" dt="2026-01-08T06:42:54.022" v="332" actId="20577"/>
          <ac:spMkLst>
            <pc:docMk/>
            <pc:sldMk cId="2555234874" sldId="451"/>
            <ac:spMk id="3" creationId="{E0EA258A-3ACC-2D14-188B-2D28F3EABFDE}"/>
          </ac:spMkLst>
        </pc:spChg>
        <pc:picChg chg="del">
          <ac:chgData name="Nesif Pinduruan" userId="1cd4f1bd6cccd166" providerId="LiveId" clId="{AE06CAC3-711F-4902-B46B-342D460EE200}" dt="2026-01-08T06:41:58.872" v="305" actId="478"/>
          <ac:picMkLst>
            <pc:docMk/>
            <pc:sldMk cId="2555234874" sldId="451"/>
            <ac:picMk id="6" creationId="{A6BDC92A-FABA-D720-8A04-9FFBC6AAC47B}"/>
          </ac:picMkLst>
        </pc:picChg>
        <pc:picChg chg="add mod modCrop">
          <ac:chgData name="Nesif Pinduruan" userId="1cd4f1bd6cccd166" providerId="LiveId" clId="{AE06CAC3-711F-4902-B46B-342D460EE200}" dt="2026-01-08T06:42:44.913" v="310" actId="1076"/>
          <ac:picMkLst>
            <pc:docMk/>
            <pc:sldMk cId="2555234874" sldId="451"/>
            <ac:picMk id="7" creationId="{2A3AE4D8-1C5A-83BC-E3F0-DC804F2BF53A}"/>
          </ac:picMkLst>
        </pc:picChg>
        <pc:picChg chg="del">
          <ac:chgData name="Nesif Pinduruan" userId="1cd4f1bd6cccd166" providerId="LiveId" clId="{AE06CAC3-711F-4902-B46B-342D460EE200}" dt="2026-01-08T06:42:00.107" v="306" actId="478"/>
          <ac:picMkLst>
            <pc:docMk/>
            <pc:sldMk cId="2555234874" sldId="451"/>
            <ac:picMk id="8" creationId="{F613F461-8571-E19B-1C28-13F634E4D1E5}"/>
          </ac:picMkLst>
        </pc:picChg>
      </pc:sldChg>
      <pc:sldChg chg="delSp add del mod">
        <pc:chgData name="Nesif Pinduruan" userId="1cd4f1bd6cccd166" providerId="LiveId" clId="{AE06CAC3-711F-4902-B46B-342D460EE200}" dt="2026-01-08T06:41:48.464" v="301" actId="47"/>
        <pc:sldMkLst>
          <pc:docMk/>
          <pc:sldMk cId="4047481530" sldId="451"/>
        </pc:sldMkLst>
        <pc:picChg chg="del">
          <ac:chgData name="Nesif Pinduruan" userId="1cd4f1bd6cccd166" providerId="LiveId" clId="{AE06CAC3-711F-4902-B46B-342D460EE200}" dt="2026-01-08T06:41:33.617" v="300" actId="478"/>
          <ac:picMkLst>
            <pc:docMk/>
            <pc:sldMk cId="4047481530" sldId="451"/>
            <ac:picMk id="6" creationId="{603CEF45-E271-F5D9-880B-56B6ED163EFD}"/>
          </ac:picMkLst>
        </pc:picChg>
        <pc:picChg chg="del">
          <ac:chgData name="Nesif Pinduruan" userId="1cd4f1bd6cccd166" providerId="LiveId" clId="{AE06CAC3-711F-4902-B46B-342D460EE200}" dt="2026-01-08T06:41:32.504" v="299" actId="478"/>
          <ac:picMkLst>
            <pc:docMk/>
            <pc:sldMk cId="4047481530" sldId="451"/>
            <ac:picMk id="8" creationId="{A2EF263E-7EE8-ACA5-23C1-F3E3B4AFEEF9}"/>
          </ac:picMkLst>
        </pc:picChg>
      </pc:sldChg>
      <pc:sldChg chg="addSp delSp modSp add mod">
        <pc:chgData name="Nesif Pinduruan" userId="1cd4f1bd6cccd166" providerId="LiveId" clId="{AE06CAC3-711F-4902-B46B-342D460EE200}" dt="2026-01-08T06:44:07.794" v="354" actId="1076"/>
        <pc:sldMkLst>
          <pc:docMk/>
          <pc:sldMk cId="4146080869" sldId="452"/>
        </pc:sldMkLst>
        <pc:spChg chg="mod">
          <ac:chgData name="Nesif Pinduruan" userId="1cd4f1bd6cccd166" providerId="LiveId" clId="{AE06CAC3-711F-4902-B46B-342D460EE200}" dt="2026-01-08T06:43:10.013" v="346" actId="20577"/>
          <ac:spMkLst>
            <pc:docMk/>
            <pc:sldMk cId="4146080869" sldId="452"/>
            <ac:spMk id="3" creationId="{CB050C74-FB0D-69D8-B109-F1B1B56A7DA0}"/>
          </ac:spMkLst>
        </pc:spChg>
        <pc:picChg chg="add mod modCrop">
          <ac:chgData name="Nesif Pinduruan" userId="1cd4f1bd6cccd166" providerId="LiveId" clId="{AE06CAC3-711F-4902-B46B-342D460EE200}" dt="2026-01-08T06:44:07.794" v="354" actId="1076"/>
          <ac:picMkLst>
            <pc:docMk/>
            <pc:sldMk cId="4146080869" sldId="452"/>
            <ac:picMk id="6" creationId="{80DA0815-9BE4-95B8-CD85-84E402CECC5F}"/>
          </ac:picMkLst>
        </pc:picChg>
        <pc:picChg chg="del">
          <ac:chgData name="Nesif Pinduruan" userId="1cd4f1bd6cccd166" providerId="LiveId" clId="{AE06CAC3-711F-4902-B46B-342D460EE200}" dt="2026-01-08T06:44:01.611" v="351" actId="478"/>
          <ac:picMkLst>
            <pc:docMk/>
            <pc:sldMk cId="4146080869" sldId="452"/>
            <ac:picMk id="7" creationId="{605404BF-0AF5-BE15-D000-ADA1C2224007}"/>
          </ac:picMkLst>
        </pc:picChg>
      </pc:sldChg>
      <pc:sldMasterChg chg="delSldLayout">
        <pc:chgData name="Nesif Pinduruan" userId="1cd4f1bd6cccd166" providerId="LiveId" clId="{AE06CAC3-711F-4902-B46B-342D460EE200}" dt="2025-12-23T10:51:35.818" v="4" actId="47"/>
        <pc:sldMasterMkLst>
          <pc:docMk/>
          <pc:sldMasterMk cId="3130536433" sldId="2147483712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4D2272-D660-A337-AEF3-BE066BD545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E5A70-71C2-F335-270C-B94537340C5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5A369-CA0E-4FC6-90EE-5FA969A08EF8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E1B03-0F86-16E7-11BE-81F9F4CD66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524B8-3914-99B2-2620-0F2A88D335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210F9-8331-407C-A034-F95DCB303E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058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AB06A-EEDC-421C-B5A0-5E9E5241A8E5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F9438-3EEF-4192-9815-F6F44770AE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047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2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968F8-09BB-401E-B9E1-CB3453564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B1A3DB-3154-A6C2-DD3B-84FEB8DE0A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5DD301-F426-F2A8-DB1D-AF0884CFC0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F7031-DEBC-1582-1E44-20A84C8194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0325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77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02BAB-3506-CAE5-CD03-B31E321F6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F333DF-8D3A-0930-0424-F4111D49D8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B2714D-DFD6-5CDC-B9A9-443EB5D1E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2800D-9624-09C8-92A8-79EC25CB60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514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94539-3CDA-657E-7C89-7B119BE47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652646-18CB-0396-03DB-A3D82F1448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C1490F-DC62-9137-84D9-4D8A6E81A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599E8-D494-0A1E-461B-2BE802A02F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5554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0027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BACFC-1369-5A39-E90E-4EDDF6191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488EAF-1418-FDFD-EA8F-A5571E3DE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FEA857-B02C-57E0-3813-D275B43DB1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113A5C-5BBC-DD31-BB6A-FECDEA4848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4258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469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9960-406F-4187-A0E6-BD19C684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326" y="919716"/>
            <a:ext cx="8504275" cy="355127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7E7FE-647D-4B2F-BA13-AB3ED4C5C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326" y="4795284"/>
            <a:ext cx="8504275" cy="1084522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6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EF785-E0A7-4496-A5BA-49B0156F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4706" y="6433202"/>
            <a:ext cx="2426446" cy="3678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C627-38A1-4A14-8822-D8D33751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E346-5F34-48CD-8928-DA8567AE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36382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839C-7D7A-49F1-8BFE-85C6C7D7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48DC-EBB9-44C6-8566-38F87FF7F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19673"/>
            <a:ext cx="9914860" cy="412331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42198-F50F-4C8A-9BD9-4CC3950F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3285" y="6434524"/>
            <a:ext cx="2067867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2F5AB-D8C6-4AE1-8FAE-CD0499CB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36" y="6437376"/>
            <a:ext cx="3775914" cy="365125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C58D8-B582-4DB3-A94D-05624019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4524"/>
            <a:ext cx="6932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93947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A94B-011C-4B13-8C12-E91BF7A40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20800"/>
            <a:ext cx="9144000" cy="3095813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6D5F3-887C-4A8F-842A-0294A9FB0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99" y="4589463"/>
            <a:ext cx="914400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4588B-131A-42F3-B76C-62BD65E4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1AB28-20BD-4CD8-9840-985C3EDB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3C85C-3801-46F0-A100-616F5F2F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18702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CB06-0454-4BF1-8011-F8B1A959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20A70-D33B-4461-B74C-3F59ADB16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8813" y="2163725"/>
            <a:ext cx="4610986" cy="4013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1BDF9-836E-431C-8EFA-417A9BEE9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260" y="2163725"/>
            <a:ext cx="4853763" cy="40132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D9F59-B591-4E2F-899E-3CA78CE8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CFD12-B3EC-432C-B264-8AB571CA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3CBBA-71B3-4857-80E7-525E89FD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9050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1886-4F39-4E3E-948D-DBC73F26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C7B2A-B6BE-46FD-9278-A5246BF7E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85295-E4B5-4D75-954F-B07A2F4CA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5623"/>
            <a:ext cx="5157787" cy="3554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7ABF0-C78D-4589-8FA5-0D6238B4B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A4064-2E0A-4FC3-837B-14EC0EF3A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5623"/>
            <a:ext cx="5183188" cy="355404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3C169-8D29-4CC4-9581-748178F3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EC709-AAD9-475C-AC6A-943A8E87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C0E3E-587D-46EB-AAF5-011C137B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1097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E062-B7F5-4D30-B416-1BBB4A7D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DFF7A-EBD3-4FEB-8451-5D735506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54A2D-2C4B-4E1D-AC16-E3B1F1DD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1F373-DB96-4AEA-8E3E-7EDEA213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97710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42744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9F8C-8071-4BE5-AD6F-C98F481D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135B3-14BA-4A88-B6B3-88B77B1C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C3A4D-5B69-44B4-B17F-770E83F00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1C41D-2A59-4512-8034-6DB70578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5C494-778C-4EE6-9402-242E1CDD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677B9-C338-4033-9AFE-B8B81C5D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3924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77DE-4C2E-476F-A419-57470FB6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FD1A0-93AE-469A-ADDF-2453B64CA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19C9C-EF97-4910-9419-6D7202609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87172-A64E-4C38-82ED-2A7050B0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C3E24-28E2-4512-BEA0-DAEC5E84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04F0D-DA84-434D-B136-BEE9FD80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65268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05F0-2B44-47BC-86B3-58E2C708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5B5DA-7628-4AC1-8EAE-5010C2A98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4E7C3-7830-49F3-9F45-4B2F2B4CA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5E328-AD12-449C-BE6E-76DF005E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F374F-390D-49D8-A7C8-5BEFA353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85615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0F530-2925-4F98-89EC-95C2EC476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79366-3281-483D-8731-0D01B2B24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ED8B2-BE7F-4417-8A8A-A95C8BB7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A0D96-671F-4A85-89C6-946624CB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BA434-2E32-4719-B45C-0490D685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11012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5040DA2-B75D-1B49-51F9-967501F7F6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4876" y="887638"/>
            <a:ext cx="10202248" cy="5094496"/>
          </a:xfrm>
        </p:spPr>
        <p:txBody>
          <a:bodyPr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93BDAB-CB06-403B-00FD-9D1C2812A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0939" y="2990938"/>
            <a:ext cx="6855801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FB1FDB-9C8A-890A-5051-8D49E105F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 21">
            <a:extLst>
              <a:ext uri="{FF2B5EF4-FFF2-40B4-BE49-F238E27FC236}">
                <a16:creationId xmlns:a16="http://schemas.microsoft.com/office/drawing/2014/main" id="{46056E81-9CB5-42E9-6689-B711F575C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981493" y="0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22">
            <a:extLst>
              <a:ext uri="{FF2B5EF4-FFF2-40B4-BE49-F238E27FC236}">
                <a16:creationId xmlns:a16="http://schemas.microsoft.com/office/drawing/2014/main" id="{3D075254-6FC4-6738-BBBE-1BACB99E4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202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10C35C-5361-BD30-EB79-01BD72158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 26">
            <a:extLst>
              <a:ext uri="{FF2B5EF4-FFF2-40B4-BE49-F238E27FC236}">
                <a16:creationId xmlns:a16="http://schemas.microsoft.com/office/drawing/2014/main" id="{948A7171-32A3-1CAC-DDFD-7C44DDAF0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" y="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47">
            <a:extLst>
              <a:ext uri="{FF2B5EF4-FFF2-40B4-BE49-F238E27FC236}">
                <a16:creationId xmlns:a16="http://schemas.microsoft.com/office/drawing/2014/main" id="{06FD5EAC-FAC4-CDB4-6AB8-809E940F0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4" y="3657688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DA13352-25BC-FD28-A34C-DD204D5BF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1748" y="246183"/>
            <a:ext cx="9525000" cy="1919521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34108AC-4ED2-99E6-0212-0AC0802C553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1600" y="2274033"/>
            <a:ext cx="9525000" cy="3317875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5936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6B6590-E6B3-B91C-752E-88256804F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 26">
            <a:extLst>
              <a:ext uri="{FF2B5EF4-FFF2-40B4-BE49-F238E27FC236}">
                <a16:creationId xmlns:a16="http://schemas.microsoft.com/office/drawing/2014/main" id="{3A11B3D3-2DE9-50B1-D34F-653D46693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1493" y="3657680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27">
            <a:extLst>
              <a:ext uri="{FF2B5EF4-FFF2-40B4-BE49-F238E27FC236}">
                <a16:creationId xmlns:a16="http://schemas.microsoft.com/office/drawing/2014/main" id="{5EEBEB28-1DE8-01FC-1208-CE71F445D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836BB78A-11DB-CCF3-7F2E-C0243B409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5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0220F55-A7D0-A330-0E21-94E0D5EC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50734" y="835269"/>
            <a:ext cx="8690533" cy="2821183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60B5AC1-38AD-9D8D-25F1-F8E10DE48AD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745739" y="3858233"/>
            <a:ext cx="8700522" cy="1953481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 marL="457200" indent="0" algn="ctr">
              <a:buNone/>
              <a:defRPr sz="1600">
                <a:solidFill>
                  <a:schemeClr val="bg2"/>
                </a:solidFill>
              </a:defRPr>
            </a:lvl2pPr>
            <a:lvl3pPr marL="914400" indent="0" algn="ctr">
              <a:buNone/>
              <a:defRPr sz="1400">
                <a:solidFill>
                  <a:schemeClr val="bg2"/>
                </a:solidFill>
              </a:defRPr>
            </a:lvl3pPr>
            <a:lvl4pPr marL="1371600" indent="0" algn="ctr">
              <a:buNone/>
              <a:defRPr sz="1200">
                <a:solidFill>
                  <a:schemeClr val="bg2"/>
                </a:solidFill>
              </a:defRPr>
            </a:lvl4pPr>
            <a:lvl5pPr marL="1828800" indent="0" algn="ctr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196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3FFEEC7-A0A7-27CB-3F2D-796281DCD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 20">
            <a:extLst>
              <a:ext uri="{FF2B5EF4-FFF2-40B4-BE49-F238E27FC236}">
                <a16:creationId xmlns:a16="http://schemas.microsoft.com/office/drawing/2014/main" id="{2DCCFF86-2471-421E-E5FF-E38943252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21">
            <a:extLst>
              <a:ext uri="{FF2B5EF4-FFF2-40B4-BE49-F238E27FC236}">
                <a16:creationId xmlns:a16="http://schemas.microsoft.com/office/drawing/2014/main" id="{8300B484-623C-071D-E849-138F76141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5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99A6249F-0E28-0ABF-FE63-7ECC0E1062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805" y="344399"/>
            <a:ext cx="9599008" cy="1729547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CC29225-33B5-6D19-F0BA-DE3F864F640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0867" y="2274034"/>
            <a:ext cx="4643438" cy="329863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20">
            <a:extLst>
              <a:ext uri="{FF2B5EF4-FFF2-40B4-BE49-F238E27FC236}">
                <a16:creationId xmlns:a16="http://schemas.microsoft.com/office/drawing/2014/main" id="{FB67020D-DF60-17C1-8DEC-EDECF653540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18375" y="2274034"/>
            <a:ext cx="4643438" cy="329863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5812651-A64E-FA0C-7D84-B20BA7C67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104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181407F-D7F6-56CB-135C-01868BC191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7" y="1088211"/>
            <a:ext cx="4602483" cy="4896019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517585-E867-BB06-B195-272DA0FD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8"/>
            <a:ext cx="12192000" cy="873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2D9EBD-88FB-A2C3-7EC2-46DD7B532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0939" y="2990938"/>
            <a:ext cx="6855801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CB417425-9078-B6E8-97F7-BAA1536BA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D7F56B38-71B8-A745-8D9C-BBEA278F3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905999" y="4572027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5E5C644-63C0-D8A4-7EF1-1681AFB1F4D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24599" y="1088210"/>
            <a:ext cx="4373564" cy="4894894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bg2"/>
                </a:solidFill>
              </a:defRPr>
            </a:lvl1pPr>
            <a:lvl2pPr marL="457200" indent="0"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2pPr>
            <a:lvl3pPr marL="914400" indent="0">
              <a:spcBef>
                <a:spcPts val="0"/>
              </a:spcBef>
              <a:spcAft>
                <a:spcPts val="600"/>
              </a:spcAft>
              <a:buNone/>
              <a:defRPr sz="1400" b="1">
                <a:solidFill>
                  <a:schemeClr val="bg2"/>
                </a:solidFill>
              </a:defRPr>
            </a:lvl3pPr>
            <a:lvl4pPr marL="1371600" indent="0">
              <a:spcBef>
                <a:spcPts val="0"/>
              </a:spcBef>
              <a:spcAft>
                <a:spcPts val="600"/>
              </a:spcAft>
              <a:buNone/>
              <a:defRPr sz="1200" b="1">
                <a:solidFill>
                  <a:schemeClr val="bg2"/>
                </a:solidFill>
              </a:defRPr>
            </a:lvl4pPr>
            <a:lvl5pPr marL="1828800" indent="0">
              <a:spcBef>
                <a:spcPts val="0"/>
              </a:spcBef>
              <a:spcAft>
                <a:spcPts val="600"/>
              </a:spcAft>
              <a:buNone/>
              <a:defRPr sz="12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828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A08E557-10DB-421A-876E-1AE58F8E07C4}"/>
              </a:ext>
            </a:extLst>
          </p:cNvPr>
          <p:cNvSpPr/>
          <p:nvPr/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EBCA0-8609-4F35-8CA7-7AD35FDAC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spc="50" baseline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A9639-38D2-4CD4-A861-F6B4C6CB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F00B1-16C1-47B3-A7A0-B71468312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F9501-5B6B-4DAF-B59D-3C129ED80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pc="50" baseline="0">
                <a:solidFill>
                  <a:srgbClr val="FFFFFF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85DBD-B7AE-41D8-8CF1-B21CD58E1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536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8" r:id="rId13"/>
    <p:sldLayoutId id="2147483729" r:id="rId14"/>
    <p:sldLayoutId id="2147483730" r:id="rId15"/>
    <p:sldLayoutId id="214748373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7" pos="4416">
          <p15:clr>
            <a:srgbClr val="F26B43"/>
          </p15:clr>
        </p15:guide>
        <p15:guide id="8" pos="5568">
          <p15:clr>
            <a:srgbClr val="F26B43"/>
          </p15:clr>
        </p15:guide>
        <p15:guide id="9" pos="7296">
          <p15:clr>
            <a:srgbClr val="F26B43"/>
          </p15:clr>
        </p15:guide>
        <p15:guide id="10" pos="2688">
          <p15:clr>
            <a:srgbClr val="F26B43"/>
          </p15:clr>
        </p15:guide>
        <p15:guide id="11" pos="1536">
          <p15:clr>
            <a:srgbClr val="F26B43"/>
          </p15:clr>
        </p15:guide>
        <p15:guide id="12" pos="384">
          <p15:clr>
            <a:srgbClr val="F26B43"/>
          </p15:clr>
        </p15:guide>
        <p15:guide id="13" pos="2112">
          <p15:clr>
            <a:srgbClr val="F26B43"/>
          </p15:clr>
        </p15:guide>
        <p15:guide id="14" pos="4992">
          <p15:clr>
            <a:srgbClr val="F26B43"/>
          </p15:clr>
        </p15:guide>
        <p15:guide id="15" pos="6720">
          <p15:clr>
            <a:srgbClr val="F26B43"/>
          </p15:clr>
        </p15:guide>
        <p15:guide id="16" pos="960">
          <p15:clr>
            <a:srgbClr val="F26B43"/>
          </p15:clr>
        </p15:guide>
        <p15:guide id="17" pos="3264">
          <p15:clr>
            <a:srgbClr val="F26B43"/>
          </p15:clr>
        </p15:guide>
        <p15:guide id="18" orient="horz" pos="1008">
          <p15:clr>
            <a:srgbClr val="F26B43"/>
          </p15:clr>
        </p15:guide>
        <p15:guide id="19" orient="horz" pos="3888">
          <p15:clr>
            <a:srgbClr val="F26B43"/>
          </p15:clr>
        </p15:guide>
        <p15:guide id="20" pos="6144">
          <p15:clr>
            <a:srgbClr val="F26B43"/>
          </p15:clr>
        </p15:guide>
        <p15:guide id="21" orient="horz" pos="1584">
          <p15:clr>
            <a:srgbClr val="F26B43"/>
          </p15:clr>
        </p15:guide>
        <p15:guide id="22" pos="576">
          <p15:clr>
            <a:srgbClr val="F26B43"/>
          </p15:clr>
        </p15:guide>
        <p15:guide id="23" pos="7104">
          <p15:clr>
            <a:srgbClr val="F26B43"/>
          </p15:clr>
        </p15:guide>
        <p15:guide id="24" pos="768">
          <p15:clr>
            <a:srgbClr val="F26B43"/>
          </p15:clr>
        </p15:guide>
        <p15:guide id="25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0D9AD-F97D-8DCF-97C2-FEE69475C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876" y="106588"/>
            <a:ext cx="10202248" cy="5094496"/>
          </a:xfrm>
        </p:spPr>
        <p:txBody>
          <a:bodyPr/>
          <a:lstStyle/>
          <a:p>
            <a:r>
              <a:rPr lang="en-US" sz="4400" dirty="0" err="1"/>
              <a:t>MedPoint</a:t>
            </a:r>
            <a:br>
              <a:rPr lang="en-US" dirty="0"/>
            </a:br>
            <a:r>
              <a:rPr lang="en-US" sz="7200" dirty="0" err="1"/>
              <a:t>DermAppoint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9882FA-049D-25F3-3F24-590E9D0F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EFDADFA-806D-82F9-7B05-119D4978C36B}"/>
              </a:ext>
            </a:extLst>
          </p:cNvPr>
          <p:cNvSpPr txBox="1">
            <a:spLocks/>
          </p:cNvSpPr>
          <p:nvPr/>
        </p:nvSpPr>
        <p:spPr>
          <a:xfrm>
            <a:off x="1147276" y="3905250"/>
            <a:ext cx="8234849" cy="2419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/>
              <a:t>Nesif Pinduruan</a:t>
            </a:r>
          </a:p>
          <a:p>
            <a:pPr algn="l"/>
            <a:r>
              <a:rPr lang="en-US" sz="2800" dirty="0"/>
              <a:t>Adrianne </a:t>
            </a:r>
            <a:r>
              <a:rPr lang="en-US" sz="2800" dirty="0" err="1"/>
              <a:t>Cabuenas</a:t>
            </a:r>
            <a:endParaRPr lang="en-US" sz="2800" dirty="0"/>
          </a:p>
          <a:p>
            <a:pPr algn="l"/>
            <a:r>
              <a:rPr lang="en-US" sz="2800" dirty="0"/>
              <a:t>Khira Dianne </a:t>
            </a:r>
            <a:r>
              <a:rPr lang="en-US" sz="2800" dirty="0" err="1"/>
              <a:t>Orcullo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4104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C2EC19-A157-8389-07DB-650659081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99188" y="-1521888"/>
            <a:ext cx="8690533" cy="2821183"/>
          </a:xfrm>
        </p:spPr>
        <p:txBody>
          <a:bodyPr>
            <a:normAutofit/>
          </a:bodyPr>
          <a:lstStyle/>
          <a:p>
            <a:r>
              <a:rPr lang="en-US" sz="4400" dirty="0"/>
              <a:t>Project Details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D6390D-BFD6-DF07-2067-06D2785D58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89927" y="1094519"/>
            <a:ext cx="8700522" cy="1953481"/>
          </a:xfrm>
        </p:spPr>
        <p:txBody>
          <a:bodyPr/>
          <a:lstStyle/>
          <a:p>
            <a:r>
              <a:rPr lang="en-PH" sz="2000" dirty="0"/>
              <a:t> </a:t>
            </a:r>
          </a:p>
          <a:p>
            <a:pPr lvl="0" algn="l"/>
            <a:r>
              <a:rPr lang="en-PH" sz="2400" b="1" dirty="0"/>
              <a:t>    </a:t>
            </a:r>
            <a:r>
              <a:rPr lang="en-PH" sz="2400" b="1" dirty="0" err="1"/>
              <a:t>DermAppoint</a:t>
            </a:r>
            <a:br>
              <a:rPr lang="en-PH" sz="2000" b="1" dirty="0"/>
            </a:br>
            <a:r>
              <a:rPr lang="en-PH" sz="2000" dirty="0"/>
              <a:t>A system for patients to book dermatology appointments and for clinic administrators to manage appointments, services, and patient records.</a:t>
            </a:r>
          </a:p>
          <a:p>
            <a:endParaRPr lang="en-US" noProof="1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DE2532-F4A7-30E2-0525-1FF82D28A3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A965A25-4786-01DD-CDDA-67D0CCD36598}"/>
              </a:ext>
            </a:extLst>
          </p:cNvPr>
          <p:cNvSpPr txBox="1">
            <a:spLocks/>
          </p:cNvSpPr>
          <p:nvPr/>
        </p:nvSpPr>
        <p:spPr>
          <a:xfrm>
            <a:off x="1279574" y="3429000"/>
            <a:ext cx="8700522" cy="195348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5"/>
              </a:buClr>
              <a:buFont typeface="Arial" panose="020B0604020202020204" pitchFamily="34" charset="0"/>
              <a:buNone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None/>
              <a:defRPr sz="16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None/>
              <a:defRPr sz="1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None/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None/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l"/>
            <a:r>
              <a:rPr lang="en-PH" sz="2400" b="1" dirty="0"/>
              <a:t>Target Users</a:t>
            </a:r>
          </a:p>
          <a:p>
            <a:pPr lvl="0" algn="l"/>
            <a:r>
              <a:rPr lang="en-PH" sz="2000" b="1" dirty="0"/>
              <a:t>Patients:</a:t>
            </a:r>
            <a:r>
              <a:rPr lang="en-PH" sz="2000" dirty="0"/>
              <a:t> Individuals seeking dermatology appointments. </a:t>
            </a:r>
          </a:p>
          <a:p>
            <a:pPr lvl="0" algn="l"/>
            <a:r>
              <a:rPr lang="en-PH" sz="2000" b="1" dirty="0"/>
              <a:t>Clinic Administrators:</a:t>
            </a:r>
            <a:r>
              <a:rPr lang="en-PH" sz="2000" dirty="0"/>
              <a:t> Staff who manage appointments, services, and patient data.</a:t>
            </a:r>
          </a:p>
          <a:p>
            <a:pPr algn="l"/>
            <a:r>
              <a:rPr lang="en-PH" sz="20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470345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50987B-2796-2B79-83F4-10806B02A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0EE6033-BB19-B361-AB03-A83247680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B930E21-1B1C-531D-4660-D902FEEA8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F9119CE-437A-78BA-0889-092F58F42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351628" cy="6858000"/>
          </a:xfrm>
          <a:custGeom>
            <a:avLst/>
            <a:gdLst>
              <a:gd name="connsiteX0" fmla="*/ 0 w 7351628"/>
              <a:gd name="connsiteY0" fmla="*/ 0 h 6858000"/>
              <a:gd name="connsiteX1" fmla="*/ 1482273 w 7351628"/>
              <a:gd name="connsiteY1" fmla="*/ 0 h 6858000"/>
              <a:gd name="connsiteX2" fmla="*/ 2438400 w 7351628"/>
              <a:gd name="connsiteY2" fmla="*/ 0 h 6858000"/>
              <a:gd name="connsiteX3" fmla="*/ 7351628 w 7351628"/>
              <a:gd name="connsiteY3" fmla="*/ 0 h 6858000"/>
              <a:gd name="connsiteX4" fmla="*/ 3920673 w 7351628"/>
              <a:gd name="connsiteY4" fmla="*/ 3430955 h 6858000"/>
              <a:gd name="connsiteX5" fmla="*/ 7175072 w 7351628"/>
              <a:gd name="connsiteY5" fmla="*/ 6857446 h 6858000"/>
              <a:gd name="connsiteX6" fmla="*/ 7196984 w 7351628"/>
              <a:gd name="connsiteY6" fmla="*/ 6858000 h 6858000"/>
              <a:gd name="connsiteX7" fmla="*/ 2438400 w 7351628"/>
              <a:gd name="connsiteY7" fmla="*/ 6858000 h 6858000"/>
              <a:gd name="connsiteX8" fmla="*/ 1482273 w 7351628"/>
              <a:gd name="connsiteY8" fmla="*/ 6858000 h 6858000"/>
              <a:gd name="connsiteX9" fmla="*/ 0 w 7351628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351628" h="6858000">
                <a:moveTo>
                  <a:pt x="0" y="0"/>
                </a:moveTo>
                <a:lnTo>
                  <a:pt x="1482273" y="0"/>
                </a:lnTo>
                <a:lnTo>
                  <a:pt x="2438400" y="0"/>
                </a:lnTo>
                <a:lnTo>
                  <a:pt x="7351628" y="0"/>
                </a:lnTo>
                <a:cubicBezTo>
                  <a:pt x="5456764" y="0"/>
                  <a:pt x="3920673" y="1536091"/>
                  <a:pt x="3920673" y="3430955"/>
                </a:cubicBezTo>
                <a:cubicBezTo>
                  <a:pt x="3920673" y="5266604"/>
                  <a:pt x="5362258" y="6765554"/>
                  <a:pt x="7175072" y="6857446"/>
                </a:cubicBezTo>
                <a:lnTo>
                  <a:pt x="7196984" y="6858000"/>
                </a:lnTo>
                <a:lnTo>
                  <a:pt x="2438400" y="6858000"/>
                </a:lnTo>
                <a:lnTo>
                  <a:pt x="148227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238C02C-93E1-E439-FE51-E13E61998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56350" y="0"/>
            <a:ext cx="7351628" cy="6858000"/>
          </a:xfrm>
          <a:custGeom>
            <a:avLst/>
            <a:gdLst>
              <a:gd name="connsiteX0" fmla="*/ 0 w 7351628"/>
              <a:gd name="connsiteY0" fmla="*/ 0 h 6858000"/>
              <a:gd name="connsiteX1" fmla="*/ 1482273 w 7351628"/>
              <a:gd name="connsiteY1" fmla="*/ 0 h 6858000"/>
              <a:gd name="connsiteX2" fmla="*/ 2438400 w 7351628"/>
              <a:gd name="connsiteY2" fmla="*/ 0 h 6858000"/>
              <a:gd name="connsiteX3" fmla="*/ 7351628 w 7351628"/>
              <a:gd name="connsiteY3" fmla="*/ 0 h 6858000"/>
              <a:gd name="connsiteX4" fmla="*/ 3920673 w 7351628"/>
              <a:gd name="connsiteY4" fmla="*/ 3430955 h 6858000"/>
              <a:gd name="connsiteX5" fmla="*/ 7175072 w 7351628"/>
              <a:gd name="connsiteY5" fmla="*/ 6857446 h 6858000"/>
              <a:gd name="connsiteX6" fmla="*/ 7196984 w 7351628"/>
              <a:gd name="connsiteY6" fmla="*/ 6858000 h 6858000"/>
              <a:gd name="connsiteX7" fmla="*/ 2438400 w 7351628"/>
              <a:gd name="connsiteY7" fmla="*/ 6858000 h 6858000"/>
              <a:gd name="connsiteX8" fmla="*/ 1482273 w 7351628"/>
              <a:gd name="connsiteY8" fmla="*/ 6858000 h 6858000"/>
              <a:gd name="connsiteX9" fmla="*/ 0 w 7351628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351628" h="6858000">
                <a:moveTo>
                  <a:pt x="0" y="0"/>
                </a:moveTo>
                <a:lnTo>
                  <a:pt x="1482273" y="0"/>
                </a:lnTo>
                <a:lnTo>
                  <a:pt x="2438400" y="0"/>
                </a:lnTo>
                <a:lnTo>
                  <a:pt x="7351628" y="0"/>
                </a:lnTo>
                <a:cubicBezTo>
                  <a:pt x="5456764" y="0"/>
                  <a:pt x="3920673" y="1536091"/>
                  <a:pt x="3920673" y="3430955"/>
                </a:cubicBezTo>
                <a:cubicBezTo>
                  <a:pt x="3920673" y="5266604"/>
                  <a:pt x="5362258" y="6765554"/>
                  <a:pt x="7175072" y="6857446"/>
                </a:cubicBezTo>
                <a:lnTo>
                  <a:pt x="7196984" y="6858000"/>
                </a:lnTo>
                <a:lnTo>
                  <a:pt x="2438400" y="6858000"/>
                </a:lnTo>
                <a:lnTo>
                  <a:pt x="148227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7FF950-69A0-3F36-57CE-EB6DFB786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685800"/>
            <a:ext cx="2984390" cy="5486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4800" dirty="0">
                <a:solidFill>
                  <a:srgbClr val="FFFFFF"/>
                </a:solidFill>
              </a:rPr>
              <a:t>Project Features</a:t>
            </a:r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D5B97301-7A1B-F78C-31F2-DB0B3F9BA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898035" y="-3910"/>
            <a:ext cx="5963231" cy="6861910"/>
          </a:xfrm>
          <a:custGeom>
            <a:avLst/>
            <a:gdLst>
              <a:gd name="connsiteX0" fmla="*/ 2532276 w 5963231"/>
              <a:gd name="connsiteY0" fmla="*/ 6861910 h 6861910"/>
              <a:gd name="connsiteX1" fmla="*/ 2377645 w 5963231"/>
              <a:gd name="connsiteY1" fmla="*/ 6858000 h 6861910"/>
              <a:gd name="connsiteX2" fmla="*/ 0 w 5963231"/>
              <a:gd name="connsiteY2" fmla="*/ 6858000 h 6861910"/>
              <a:gd name="connsiteX3" fmla="*/ 0 w 5963231"/>
              <a:gd name="connsiteY3" fmla="*/ 0 h 6861910"/>
              <a:gd name="connsiteX4" fmla="*/ 2532276 w 5963231"/>
              <a:gd name="connsiteY4" fmla="*/ 0 h 6861910"/>
              <a:gd name="connsiteX5" fmla="*/ 2547568 w 5963231"/>
              <a:gd name="connsiteY5" fmla="*/ 0 h 6861910"/>
              <a:gd name="connsiteX6" fmla="*/ 2547568 w 5963231"/>
              <a:gd name="connsiteY6" fmla="*/ 387 h 6861910"/>
              <a:gd name="connsiteX7" fmla="*/ 2708832 w 5963231"/>
              <a:gd name="connsiteY7" fmla="*/ 4464 h 6861910"/>
              <a:gd name="connsiteX8" fmla="*/ 5963231 w 5963231"/>
              <a:gd name="connsiteY8" fmla="*/ 3430955 h 6861910"/>
              <a:gd name="connsiteX9" fmla="*/ 2532276 w 5963231"/>
              <a:gd name="connsiteY9" fmla="*/ 6861910 h 6861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963231" h="6861910">
                <a:moveTo>
                  <a:pt x="2532276" y="6861910"/>
                </a:moveTo>
                <a:lnTo>
                  <a:pt x="2377645" y="6858000"/>
                </a:lnTo>
                <a:lnTo>
                  <a:pt x="0" y="6858000"/>
                </a:lnTo>
                <a:lnTo>
                  <a:pt x="0" y="0"/>
                </a:lnTo>
                <a:lnTo>
                  <a:pt x="2532276" y="0"/>
                </a:lnTo>
                <a:lnTo>
                  <a:pt x="2547568" y="0"/>
                </a:lnTo>
                <a:lnTo>
                  <a:pt x="2547568" y="387"/>
                </a:lnTo>
                <a:lnTo>
                  <a:pt x="2708832" y="4464"/>
                </a:lnTo>
                <a:cubicBezTo>
                  <a:pt x="4521646" y="96356"/>
                  <a:pt x="5963231" y="1595306"/>
                  <a:pt x="5963231" y="3430955"/>
                </a:cubicBezTo>
                <a:cubicBezTo>
                  <a:pt x="5963231" y="5325819"/>
                  <a:pt x="4427140" y="6861910"/>
                  <a:pt x="2532276" y="6861910"/>
                </a:cubicBezTo>
                <a:close/>
              </a:path>
            </a:pathLst>
          </a:custGeom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4C9E63-B171-A3EC-8845-5C26A2B8F9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2" y="6434524"/>
            <a:ext cx="69326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solidFill>
                  <a:schemeClr val="accent2"/>
                </a:solidFill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sz="1900">
              <a:solidFill>
                <a:schemeClr val="accent2"/>
              </a:solidFill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DBED85B-C2CF-9AF5-6414-0BE15D70AF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70428" y="570411"/>
            <a:ext cx="7293134" cy="5713267"/>
          </a:xfrm>
        </p:spPr>
        <p:txBody>
          <a:bodyPr>
            <a:normAutofit/>
          </a:bodyPr>
          <a:lstStyle/>
          <a:p>
            <a:r>
              <a:rPr lang="en-PH" sz="2000" dirty="0"/>
              <a:t> </a:t>
            </a:r>
          </a:p>
          <a:p>
            <a:pPr algn="just"/>
            <a:r>
              <a:rPr lang="en-PH" sz="2400" b="1" dirty="0">
                <a:solidFill>
                  <a:schemeClr val="accent1">
                    <a:lumMod val="50000"/>
                  </a:schemeClr>
                </a:solidFill>
              </a:rPr>
              <a:t>The system includes the following GUI windows:</a:t>
            </a:r>
          </a:p>
          <a:p>
            <a:pPr lvl="0" algn="just"/>
            <a:r>
              <a:rPr lang="en-PH" sz="2000" b="1" dirty="0">
                <a:solidFill>
                  <a:schemeClr val="accent1">
                    <a:lumMod val="50000"/>
                  </a:schemeClr>
                </a:solidFill>
              </a:rPr>
              <a:t>Welcome / Login Window</a:t>
            </a:r>
            <a:r>
              <a:rPr lang="en-PH" sz="2000" dirty="0">
                <a:solidFill>
                  <a:schemeClr val="accent1">
                    <a:lumMod val="50000"/>
                  </a:schemeClr>
                </a:solidFill>
              </a:rPr>
              <a:t> – For patient and admin login/signup.</a:t>
            </a:r>
          </a:p>
          <a:p>
            <a:pPr lvl="0" algn="just"/>
            <a:r>
              <a:rPr lang="en-PH" sz="2000" b="1" dirty="0">
                <a:solidFill>
                  <a:schemeClr val="accent1">
                    <a:lumMod val="50000"/>
                  </a:schemeClr>
                </a:solidFill>
              </a:rPr>
              <a:t>Patient Dashboard</a:t>
            </a:r>
            <a:r>
              <a:rPr lang="en-PH" sz="2000" dirty="0">
                <a:solidFill>
                  <a:schemeClr val="accent1">
                    <a:lumMod val="50000"/>
                  </a:schemeClr>
                </a:solidFill>
              </a:rPr>
              <a:t> – Main interfaces for patients.</a:t>
            </a:r>
          </a:p>
          <a:p>
            <a:pPr lvl="0" algn="just"/>
            <a:r>
              <a:rPr lang="en-PH" sz="2000" b="1" dirty="0">
                <a:solidFill>
                  <a:schemeClr val="accent1">
                    <a:lumMod val="50000"/>
                  </a:schemeClr>
                </a:solidFill>
              </a:rPr>
              <a:t>Admin Dashboard</a:t>
            </a:r>
            <a:r>
              <a:rPr lang="en-PH" sz="2000" dirty="0">
                <a:solidFill>
                  <a:schemeClr val="accent1">
                    <a:lumMod val="50000"/>
                  </a:schemeClr>
                </a:solidFill>
              </a:rPr>
              <a:t> – Main interfaces for administrators.</a:t>
            </a:r>
          </a:p>
          <a:p>
            <a:pPr lvl="0" algn="just"/>
            <a:r>
              <a:rPr lang="en-PH" sz="2000" b="1" dirty="0">
                <a:solidFill>
                  <a:schemeClr val="accent1">
                    <a:lumMod val="50000"/>
                  </a:schemeClr>
                </a:solidFill>
              </a:rPr>
              <a:t>Appointment Booking Form</a:t>
            </a:r>
            <a:r>
              <a:rPr lang="en-PH" sz="2000" dirty="0">
                <a:solidFill>
                  <a:schemeClr val="accent1">
                    <a:lumMod val="50000"/>
                  </a:schemeClr>
                </a:solidFill>
              </a:rPr>
              <a:t> – For booking new appointments.</a:t>
            </a:r>
          </a:p>
          <a:p>
            <a:pPr lvl="0" algn="just"/>
            <a:r>
              <a:rPr lang="en-PH" sz="2000" b="1" dirty="0">
                <a:solidFill>
                  <a:schemeClr val="accent1">
                    <a:lumMod val="50000"/>
                  </a:schemeClr>
                </a:solidFill>
              </a:rPr>
              <a:t>Appointment Management Panel</a:t>
            </a:r>
            <a:r>
              <a:rPr lang="en-PH" sz="2000" dirty="0">
                <a:solidFill>
                  <a:schemeClr val="accent1">
                    <a:lumMod val="50000"/>
                  </a:schemeClr>
                </a:solidFill>
              </a:rPr>
              <a:t> – For viewing and managing appointments.</a:t>
            </a:r>
          </a:p>
          <a:p>
            <a:pPr lvl="0" algn="just"/>
            <a:r>
              <a:rPr lang="en-PH" sz="2000" b="1" dirty="0">
                <a:solidFill>
                  <a:schemeClr val="accent1">
                    <a:lumMod val="50000"/>
                  </a:schemeClr>
                </a:solidFill>
              </a:rPr>
              <a:t>Services Management Panel</a:t>
            </a:r>
            <a:r>
              <a:rPr lang="en-PH" sz="2000" dirty="0">
                <a:solidFill>
                  <a:schemeClr val="accent1">
                    <a:lumMod val="50000"/>
                  </a:schemeClr>
                </a:solidFill>
              </a:rPr>
              <a:t> – For admins to add/edit/delete services.</a:t>
            </a:r>
          </a:p>
          <a:p>
            <a:pPr lvl="0" algn="just"/>
            <a:r>
              <a:rPr lang="en-PH" sz="2000" b="1" dirty="0">
                <a:solidFill>
                  <a:schemeClr val="accent1">
                    <a:lumMod val="50000"/>
                  </a:schemeClr>
                </a:solidFill>
              </a:rPr>
              <a:t>Patient Records Panel</a:t>
            </a:r>
            <a:r>
              <a:rPr lang="en-PH" sz="2000" dirty="0">
                <a:solidFill>
                  <a:schemeClr val="accent1">
                    <a:lumMod val="50000"/>
                  </a:schemeClr>
                </a:solidFill>
              </a:rPr>
              <a:t> – For admins to view patient history.</a:t>
            </a:r>
          </a:p>
          <a:p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02392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EB6DAA74-6928-4A84-9C3F-D130518F6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FDE2EC86-78BA-4B5E-A283-4FC8EC64C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11" y="1"/>
            <a:ext cx="5199156" cy="6857999"/>
          </a:xfrm>
          <a:custGeom>
            <a:avLst/>
            <a:gdLst>
              <a:gd name="connsiteX0" fmla="*/ 0 w 5199156"/>
              <a:gd name="connsiteY0" fmla="*/ 0 h 6857999"/>
              <a:gd name="connsiteX1" fmla="*/ 5199156 w 5199156"/>
              <a:gd name="connsiteY1" fmla="*/ 0 h 6857999"/>
              <a:gd name="connsiteX2" fmla="*/ 5199156 w 5199156"/>
              <a:gd name="connsiteY2" fmla="*/ 4404241 h 6857999"/>
              <a:gd name="connsiteX3" fmla="*/ 2996280 w 5199156"/>
              <a:gd name="connsiteY3" fmla="*/ 6845331 h 6857999"/>
              <a:gd name="connsiteX4" fmla="*/ 2762435 w 5199156"/>
              <a:gd name="connsiteY4" fmla="*/ 6857139 h 6857999"/>
              <a:gd name="connsiteX5" fmla="*/ 2762435 w 5199156"/>
              <a:gd name="connsiteY5" fmla="*/ 6857999 h 6857999"/>
              <a:gd name="connsiteX6" fmla="*/ 2745398 w 5199156"/>
              <a:gd name="connsiteY6" fmla="*/ 6857999 h 6857999"/>
              <a:gd name="connsiteX7" fmla="*/ 0 w 5199156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9156" h="6857999">
                <a:moveTo>
                  <a:pt x="0" y="0"/>
                </a:moveTo>
                <a:lnTo>
                  <a:pt x="5199156" y="0"/>
                </a:lnTo>
                <a:lnTo>
                  <a:pt x="5199156" y="4404241"/>
                </a:lnTo>
                <a:cubicBezTo>
                  <a:pt x="5199156" y="5674715"/>
                  <a:pt x="4233603" y="6719673"/>
                  <a:pt x="2996280" y="6845331"/>
                </a:cubicBezTo>
                <a:lnTo>
                  <a:pt x="2762435" y="6857139"/>
                </a:lnTo>
                <a:lnTo>
                  <a:pt x="2762435" y="6857999"/>
                </a:lnTo>
                <a:lnTo>
                  <a:pt x="2745398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ECC966CD-9E88-40A4-8C1B-22FDDBF56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9010" y="-39394"/>
            <a:ext cx="2353172" cy="2431959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0027CB-3C27-FC4C-AEF9-685A21EA1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919716"/>
            <a:ext cx="3787253" cy="3551275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FFFFFF"/>
                </a:solidFill>
              </a:rPr>
              <a:t>Welcome Panel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5569D-4B51-26CD-C967-65D3F4059DB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1" y="4795284"/>
            <a:ext cx="3623480" cy="108452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Bef>
                <a:spcPts val="1000"/>
              </a:spcBef>
              <a:buClr>
                <a:schemeClr val="accent5"/>
              </a:buClr>
              <a:buNone/>
            </a:pPr>
            <a:r>
              <a:rPr lang="en-US" sz="1400" b="1" cap="all" spc="300">
                <a:solidFill>
                  <a:srgbClr val="FFFFFF"/>
                </a:solidFill>
              </a:rPr>
              <a:t>their life easier 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072A86-8317-CD99-DE15-7E60568EE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720" y="3126119"/>
            <a:ext cx="5879259" cy="33070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6A0DE3-86BD-F03C-E8F5-5949A13FE8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8720" y="101180"/>
            <a:ext cx="5897994" cy="331762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6BFA23-AB5B-BA88-E233-DE14DED5A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2" y="6433203"/>
            <a:ext cx="702781" cy="3678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solidFill>
                  <a:schemeClr val="accent2"/>
                </a:solidFill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 sz="19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628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078A05-150E-812F-FAF8-422EC423E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DE4977CE-8A51-BB32-2869-54CCB2E18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781B7171-7CCE-6D20-08DA-2BD7736AB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8EE99E28-CD12-D9CB-244B-FB4C4E5F7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11" y="1"/>
            <a:ext cx="5199156" cy="6857999"/>
          </a:xfrm>
          <a:custGeom>
            <a:avLst/>
            <a:gdLst>
              <a:gd name="connsiteX0" fmla="*/ 0 w 5199156"/>
              <a:gd name="connsiteY0" fmla="*/ 0 h 6857999"/>
              <a:gd name="connsiteX1" fmla="*/ 5199156 w 5199156"/>
              <a:gd name="connsiteY1" fmla="*/ 0 h 6857999"/>
              <a:gd name="connsiteX2" fmla="*/ 5199156 w 5199156"/>
              <a:gd name="connsiteY2" fmla="*/ 4404241 h 6857999"/>
              <a:gd name="connsiteX3" fmla="*/ 2996280 w 5199156"/>
              <a:gd name="connsiteY3" fmla="*/ 6845331 h 6857999"/>
              <a:gd name="connsiteX4" fmla="*/ 2762435 w 5199156"/>
              <a:gd name="connsiteY4" fmla="*/ 6857139 h 6857999"/>
              <a:gd name="connsiteX5" fmla="*/ 2762435 w 5199156"/>
              <a:gd name="connsiteY5" fmla="*/ 6857999 h 6857999"/>
              <a:gd name="connsiteX6" fmla="*/ 2745398 w 5199156"/>
              <a:gd name="connsiteY6" fmla="*/ 6857999 h 6857999"/>
              <a:gd name="connsiteX7" fmla="*/ 0 w 5199156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9156" h="6857999">
                <a:moveTo>
                  <a:pt x="0" y="0"/>
                </a:moveTo>
                <a:lnTo>
                  <a:pt x="5199156" y="0"/>
                </a:lnTo>
                <a:lnTo>
                  <a:pt x="5199156" y="4404241"/>
                </a:lnTo>
                <a:cubicBezTo>
                  <a:pt x="5199156" y="5674715"/>
                  <a:pt x="4233603" y="6719673"/>
                  <a:pt x="2996280" y="6845331"/>
                </a:cubicBezTo>
                <a:lnTo>
                  <a:pt x="2762435" y="6857139"/>
                </a:lnTo>
                <a:lnTo>
                  <a:pt x="2762435" y="6857999"/>
                </a:lnTo>
                <a:lnTo>
                  <a:pt x="2745398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AEF7938F-B0A7-E890-19ED-FF63A7E0F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9010" y="-39394"/>
            <a:ext cx="2353172" cy="2431959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EA258A-3ACC-2D14-188B-2D28F3EA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919716"/>
            <a:ext cx="3787253" cy="3551275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FFFFFF"/>
                </a:solidFill>
              </a:rPr>
              <a:t>Sign up Panel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5C7098-B8EE-6860-99CC-C1675CFFDF6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1" y="4795284"/>
            <a:ext cx="3623480" cy="108452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Bef>
                <a:spcPts val="1000"/>
              </a:spcBef>
              <a:buClr>
                <a:schemeClr val="accent5"/>
              </a:buClr>
              <a:buNone/>
            </a:pPr>
            <a:r>
              <a:rPr lang="en-US" sz="1400" b="1" cap="all" spc="300">
                <a:solidFill>
                  <a:srgbClr val="FFFFFF"/>
                </a:solidFill>
              </a:rPr>
              <a:t>their life easier 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722271-B9C7-D69B-7C2D-AD92B771D9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2" y="6433203"/>
            <a:ext cx="702781" cy="3678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solidFill>
                  <a:schemeClr val="accent2"/>
                </a:solidFill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 sz="1900">
              <a:solidFill>
                <a:schemeClr val="accent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3AE4D8-1C5A-83BC-E3F0-DC804F2BF5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917" t="2490" r="31490"/>
          <a:stretch>
            <a:fillRect/>
          </a:stretch>
        </p:blipFill>
        <p:spPr>
          <a:xfrm>
            <a:off x="6340242" y="0"/>
            <a:ext cx="4705160" cy="668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34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385FBB-0AE3-D08D-C383-B8E34C456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E916B28-F6AF-7379-A904-EED96E7F4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F3112932-9AC8-ED43-DF1F-0D0E686E31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B599303-7109-6578-BCD5-BDE7163EB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11" y="1"/>
            <a:ext cx="5199156" cy="6857999"/>
          </a:xfrm>
          <a:custGeom>
            <a:avLst/>
            <a:gdLst>
              <a:gd name="connsiteX0" fmla="*/ 0 w 5199156"/>
              <a:gd name="connsiteY0" fmla="*/ 0 h 6857999"/>
              <a:gd name="connsiteX1" fmla="*/ 5199156 w 5199156"/>
              <a:gd name="connsiteY1" fmla="*/ 0 h 6857999"/>
              <a:gd name="connsiteX2" fmla="*/ 5199156 w 5199156"/>
              <a:gd name="connsiteY2" fmla="*/ 4404241 h 6857999"/>
              <a:gd name="connsiteX3" fmla="*/ 2996280 w 5199156"/>
              <a:gd name="connsiteY3" fmla="*/ 6845331 h 6857999"/>
              <a:gd name="connsiteX4" fmla="*/ 2762435 w 5199156"/>
              <a:gd name="connsiteY4" fmla="*/ 6857139 h 6857999"/>
              <a:gd name="connsiteX5" fmla="*/ 2762435 w 5199156"/>
              <a:gd name="connsiteY5" fmla="*/ 6857999 h 6857999"/>
              <a:gd name="connsiteX6" fmla="*/ 2745398 w 5199156"/>
              <a:gd name="connsiteY6" fmla="*/ 6857999 h 6857999"/>
              <a:gd name="connsiteX7" fmla="*/ 0 w 5199156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9156" h="6857999">
                <a:moveTo>
                  <a:pt x="0" y="0"/>
                </a:moveTo>
                <a:lnTo>
                  <a:pt x="5199156" y="0"/>
                </a:lnTo>
                <a:lnTo>
                  <a:pt x="5199156" y="4404241"/>
                </a:lnTo>
                <a:cubicBezTo>
                  <a:pt x="5199156" y="5674715"/>
                  <a:pt x="4233603" y="6719673"/>
                  <a:pt x="2996280" y="6845331"/>
                </a:cubicBezTo>
                <a:lnTo>
                  <a:pt x="2762435" y="6857139"/>
                </a:lnTo>
                <a:lnTo>
                  <a:pt x="2762435" y="6857999"/>
                </a:lnTo>
                <a:lnTo>
                  <a:pt x="2745398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D70DA98-F263-49EA-69D8-64CC7BB9C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9010" y="-39394"/>
            <a:ext cx="2353172" cy="2431959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050C74-FB0D-69D8-B109-F1B1B56A7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919716"/>
            <a:ext cx="3787253" cy="3551275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FFFFFF"/>
                </a:solidFill>
              </a:rPr>
              <a:t>Log in Panel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E861E-D341-B5AE-490A-2818A3D00EE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1" y="4795284"/>
            <a:ext cx="3623480" cy="108452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Bef>
                <a:spcPts val="1000"/>
              </a:spcBef>
              <a:buClr>
                <a:schemeClr val="accent5"/>
              </a:buClr>
              <a:buNone/>
            </a:pPr>
            <a:r>
              <a:rPr lang="en-US" sz="1400" b="1" cap="all" spc="300">
                <a:solidFill>
                  <a:srgbClr val="FFFFFF"/>
                </a:solidFill>
              </a:rPr>
              <a:t>their life easier 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5E3E3A-37E9-B4BF-4E92-1CDB56944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2" y="6433203"/>
            <a:ext cx="702781" cy="3678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solidFill>
                  <a:schemeClr val="accent2"/>
                </a:solidFill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US" sz="1900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DA0815-9BE4-95B8-CD85-84E402CECC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945" t="11427" r="33159" b="9158"/>
          <a:stretch>
            <a:fillRect/>
          </a:stretch>
        </p:blipFill>
        <p:spPr>
          <a:xfrm>
            <a:off x="6303311" y="82448"/>
            <a:ext cx="4779023" cy="6693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080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465791-02C3-85CB-EC2D-AE1D097AD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358" y="0"/>
            <a:ext cx="9599008" cy="1729547"/>
          </a:xfrm>
        </p:spPr>
        <p:txBody>
          <a:bodyPr/>
          <a:lstStyle/>
          <a:p>
            <a:r>
              <a:rPr lang="en-US" dirty="0"/>
              <a:t>Patient’s Dashboard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EF2AD9-EC94-1F3D-3B79-64938E47A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AFF85-B4AF-9D02-B45F-DE81F419E5A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68358" y="1144733"/>
            <a:ext cx="9928242" cy="5713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b="1" dirty="0"/>
              <a:t>Patient Sees:</a:t>
            </a:r>
            <a:endParaRPr lang="en-PH" dirty="0"/>
          </a:p>
          <a:p>
            <a:r>
              <a:rPr lang="en-PH" b="1" dirty="0"/>
              <a:t>MAIN FEATURES</a:t>
            </a:r>
            <a:endParaRPr lang="en-PH" dirty="0"/>
          </a:p>
          <a:p>
            <a:pPr lvl="0"/>
            <a:r>
              <a:rPr lang="en-PH" b="1" dirty="0"/>
              <a:t>Profile Settings  </a:t>
            </a:r>
            <a:r>
              <a:rPr lang="en-PH" dirty="0"/>
              <a:t>(Edit name, birthdate, contact, email, location)</a:t>
            </a:r>
          </a:p>
          <a:p>
            <a:pPr lvl="0"/>
            <a:r>
              <a:rPr lang="en-PH" b="1" dirty="0"/>
              <a:t>Log Out</a:t>
            </a:r>
            <a:endParaRPr lang="en-PH" dirty="0"/>
          </a:p>
          <a:p>
            <a:pPr lvl="0"/>
            <a:r>
              <a:rPr lang="en-PH" b="1" dirty="0"/>
              <a:t>Book Appointment</a:t>
            </a:r>
            <a:endParaRPr lang="en-PH" dirty="0"/>
          </a:p>
          <a:p>
            <a:pPr lvl="0"/>
            <a:r>
              <a:rPr lang="en-PH" b="1" dirty="0"/>
              <a:t>Book for Another Person </a:t>
            </a:r>
            <a:r>
              <a:rPr lang="en-PH" dirty="0"/>
              <a:t>(No account needed)</a:t>
            </a:r>
          </a:p>
          <a:p>
            <a:pPr lvl="0"/>
            <a:r>
              <a:rPr lang="en-PH" b="1" dirty="0"/>
              <a:t>View Services</a:t>
            </a:r>
            <a:endParaRPr lang="en-PH" dirty="0"/>
          </a:p>
          <a:p>
            <a:pPr lvl="0"/>
            <a:r>
              <a:rPr lang="en-PH" b="1" dirty="0"/>
              <a:t>My Appointments</a:t>
            </a:r>
            <a:endParaRPr lang="en-PH" dirty="0"/>
          </a:p>
          <a:p>
            <a:pPr lvl="1"/>
            <a:r>
              <a:rPr lang="en-PH" dirty="0"/>
              <a:t>View details:</a:t>
            </a:r>
            <a:br>
              <a:rPr lang="en-PH" dirty="0"/>
            </a:br>
            <a:r>
              <a:rPr lang="en-PH" i="1" dirty="0"/>
              <a:t>(name, service, date/time, status — approved/declined/rescheduled)</a:t>
            </a:r>
            <a:endParaRPr lang="en-PH" dirty="0"/>
          </a:p>
          <a:p>
            <a:pPr lvl="1"/>
            <a:r>
              <a:rPr lang="en-PH" dirty="0"/>
              <a:t>Past Appointments</a:t>
            </a:r>
          </a:p>
          <a:p>
            <a:pPr lvl="1"/>
            <a:r>
              <a:rPr lang="en-PH" dirty="0"/>
              <a:t>Cancel Appointment</a:t>
            </a:r>
            <a:br>
              <a:rPr lang="en-PH" dirty="0"/>
            </a:br>
            <a:endParaRPr lang="en-PH" dirty="0"/>
          </a:p>
          <a:p>
            <a:pPr marL="0" indent="0">
              <a:buNone/>
            </a:pPr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421864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1580E-EF1A-371C-4A79-0C9ABADBE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B04C39-AB41-0F7C-9948-A88547CC5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4801" y="-148661"/>
            <a:ext cx="9599008" cy="1729547"/>
          </a:xfrm>
        </p:spPr>
        <p:txBody>
          <a:bodyPr/>
          <a:lstStyle/>
          <a:p>
            <a:r>
              <a:rPr lang="en-US" dirty="0"/>
              <a:t>Admin’s Dashboard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EEC253-B924-AA80-AFB8-34C36EB29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0E497-FC18-3610-8984-7034494FD0E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214801" y="1018644"/>
            <a:ext cx="7293134" cy="5713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b="1" dirty="0"/>
              <a:t>Admin Sees:</a:t>
            </a:r>
            <a:endParaRPr lang="en-PH" dirty="0"/>
          </a:p>
          <a:p>
            <a:pPr lvl="0"/>
            <a:r>
              <a:rPr lang="en-PH" b="1" dirty="0"/>
              <a:t>Manage Appointments</a:t>
            </a:r>
            <a:endParaRPr lang="en-PH" dirty="0"/>
          </a:p>
          <a:p>
            <a:pPr lvl="1"/>
            <a:r>
              <a:rPr lang="en-PH" dirty="0"/>
              <a:t>View all appointments</a:t>
            </a:r>
          </a:p>
          <a:p>
            <a:pPr lvl="1"/>
            <a:r>
              <a:rPr lang="en-PH" dirty="0"/>
              <a:t>Approve / Decline</a:t>
            </a:r>
          </a:p>
          <a:p>
            <a:pPr lvl="1"/>
            <a:r>
              <a:rPr lang="en-PH" dirty="0"/>
              <a:t>Reschedule</a:t>
            </a:r>
          </a:p>
          <a:p>
            <a:pPr lvl="0"/>
            <a:r>
              <a:rPr lang="en-PH" b="1" dirty="0"/>
              <a:t>Add Appointment </a:t>
            </a:r>
            <a:r>
              <a:rPr lang="en-PH" dirty="0"/>
              <a:t>(Walk-in or No-Account patients)</a:t>
            </a:r>
          </a:p>
          <a:p>
            <a:pPr lvl="0"/>
            <a:r>
              <a:rPr lang="en-PH" b="1" dirty="0"/>
              <a:t>View Patient Records</a:t>
            </a:r>
            <a:endParaRPr lang="en-PH" dirty="0"/>
          </a:p>
          <a:p>
            <a:pPr lvl="1"/>
            <a:r>
              <a:rPr lang="en-PH" dirty="0"/>
              <a:t>Patient info</a:t>
            </a:r>
          </a:p>
          <a:p>
            <a:pPr lvl="1"/>
            <a:r>
              <a:rPr lang="en-PH" dirty="0"/>
              <a:t>Appointment history</a:t>
            </a:r>
          </a:p>
          <a:p>
            <a:pPr lvl="0"/>
            <a:r>
              <a:rPr lang="en-PH" b="1" dirty="0"/>
              <a:t>View Services</a:t>
            </a:r>
            <a:endParaRPr lang="en-PH" dirty="0"/>
          </a:p>
          <a:p>
            <a:pPr lvl="1"/>
            <a:r>
              <a:rPr lang="en-PH" dirty="0"/>
              <a:t>Add Service</a:t>
            </a:r>
          </a:p>
          <a:p>
            <a:pPr lvl="1"/>
            <a:r>
              <a:rPr lang="en-PH" dirty="0"/>
              <a:t>Edit Service</a:t>
            </a:r>
          </a:p>
          <a:p>
            <a:pPr lvl="1"/>
            <a:r>
              <a:rPr lang="en-PH" dirty="0"/>
              <a:t>Delete Service</a:t>
            </a:r>
          </a:p>
          <a:p>
            <a:pPr marL="0" indent="0">
              <a:buNone/>
            </a:pPr>
            <a:endParaRPr lang="en-US" noProof="1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61A1B86-B01C-17A6-1DE5-BBD7890BE7FC}"/>
              </a:ext>
            </a:extLst>
          </p:cNvPr>
          <p:cNvSpPr txBox="1">
            <a:spLocks/>
          </p:cNvSpPr>
          <p:nvPr/>
        </p:nvSpPr>
        <p:spPr>
          <a:xfrm>
            <a:off x="5741977" y="1018644"/>
            <a:ext cx="7293134" cy="57132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b="1" dirty="0"/>
              <a:t>Admin Account Settings </a:t>
            </a:r>
            <a:r>
              <a:rPr lang="en-PH" dirty="0"/>
              <a:t>(Edit name, birthdate, contact, email, location)</a:t>
            </a:r>
          </a:p>
          <a:p>
            <a:r>
              <a:rPr lang="en-PH" b="1" dirty="0"/>
              <a:t>Log Out</a:t>
            </a:r>
            <a:endParaRPr lang="en-PH" dirty="0"/>
          </a:p>
          <a:p>
            <a:pPr marL="0" indent="0">
              <a:buFont typeface="Arial" panose="020B0604020202020204" pitchFamily="34" charset="0"/>
              <a:buNone/>
            </a:pPr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618454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C71D8FC-E122-CABE-6FCE-615B2C341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D3020-EDCF-4903-D293-8011D228DBC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80806097"/>
      </p:ext>
    </p:extLst>
  </p:cSld>
  <p:clrMapOvr>
    <a:masterClrMapping/>
  </p:clrMapOvr>
</p:sld>
</file>

<file path=ppt/theme/theme1.xml><?xml version="1.0" encoding="utf-8"?>
<a:theme xmlns:a="http://schemas.openxmlformats.org/drawingml/2006/main" name="ModOverlayVTI">
  <a:themeElements>
    <a:clrScheme name="Custom 50">
      <a:dk1>
        <a:sysClr val="windowText" lastClr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Elephant Arial Nova Light">
      <a:majorFont>
        <a:latin typeface="Elephan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OverlayVTI" id="{85202D65-63D3-4793-A090-FA8DF18DC0BE}" vid="{91924FCD-E846-48AE-B233-F25A78D18B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D7C3E5-1734-4636-9EC5-AEB06BF1FB20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C5C2001-E626-4890-B405-22B5BD1CB0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453AF4-4FB0-4B39-9296-55DED383E9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{8042E16F-F7B5-4695-BB0E-50F9F9847718}TFce6c19b5-b857-4146-b2d9-33ca01394bc5af92e1a2_win32-293333268dd9</Template>
  <TotalTime>667</TotalTime>
  <Words>300</Words>
  <Application>Microsoft Office PowerPoint</Application>
  <PresentationFormat>Widescreen</PresentationFormat>
  <Paragraphs>73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Nova Light</vt:lpstr>
      <vt:lpstr>Calibri</vt:lpstr>
      <vt:lpstr>Elephant</vt:lpstr>
      <vt:lpstr>ModOverlayVTI</vt:lpstr>
      <vt:lpstr>MedPoint DermAppoint</vt:lpstr>
      <vt:lpstr>Project Details</vt:lpstr>
      <vt:lpstr>Project Features</vt:lpstr>
      <vt:lpstr>Welcome Panel </vt:lpstr>
      <vt:lpstr>Sign up Panel </vt:lpstr>
      <vt:lpstr>Log in Panel </vt:lpstr>
      <vt:lpstr>Patient’s Dashboard</vt:lpstr>
      <vt:lpstr>Admin’s Dashboard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Nesif Pinduruan</dc:creator>
  <cp:lastModifiedBy>Nesif Pinduruan</cp:lastModifiedBy>
  <cp:revision>1</cp:revision>
  <dcterms:created xsi:type="dcterms:W3CDTF">2025-12-16T00:35:52Z</dcterms:created>
  <dcterms:modified xsi:type="dcterms:W3CDTF">2026-01-08T06:44:09Z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
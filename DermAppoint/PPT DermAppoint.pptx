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12" r:id="rId4"/>
  </p:sldMasterIdLst>
  <p:notesMasterIdLst>
    <p:notesMasterId r:id="rId12"/>
  </p:notesMasterIdLst>
  <p:handoutMasterIdLst>
    <p:handoutMasterId r:id="rId13"/>
  </p:handoutMasterIdLst>
  <p:sldIdLst>
    <p:sldId id="436" r:id="rId5"/>
    <p:sldId id="441" r:id="rId6"/>
    <p:sldId id="450" r:id="rId7"/>
    <p:sldId id="440" r:id="rId8"/>
    <p:sldId id="442" r:id="rId9"/>
    <p:sldId id="449" r:id="rId10"/>
    <p:sldId id="43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18187"/>
    <a:srgbClr val="0C404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181AA83-0A0F-4F4E-B495-B53E81791FCA}" v="24" dt="2025-12-31T09:13:50.066"/>
  </p1510:revLst>
</p1510:revInfo>
</file>

<file path=ppt/tableStyles.xml><?xml version="1.0" encoding="utf-8"?>
<a:tblStyleLst xmlns:a="http://schemas.openxmlformats.org/drawingml/2006/main" def="{0E3FDE45-AF77-4B5C-9715-49D594BDF05E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5394" autoAdjust="0"/>
  </p:normalViewPr>
  <p:slideViewPr>
    <p:cSldViewPr snapToGrid="0">
      <p:cViewPr varScale="1">
        <p:scale>
          <a:sx n="85" d="100"/>
          <a:sy n="85" d="100"/>
        </p:scale>
        <p:origin x="590" y="48"/>
      </p:cViewPr>
      <p:guideLst/>
    </p:cSldViewPr>
  </p:slideViewPr>
  <p:outlineViewPr>
    <p:cViewPr>
      <p:scale>
        <a:sx n="33" d="100"/>
        <a:sy n="33" d="100"/>
      </p:scale>
      <p:origin x="0" y="-17146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-8717"/>
    </p:cViewPr>
  </p:sorterViewPr>
  <p:notesViewPr>
    <p:cSldViewPr snapToGrid="0">
      <p:cViewPr varScale="1">
        <p:scale>
          <a:sx n="67" d="100"/>
          <a:sy n="67" d="100"/>
        </p:scale>
        <p:origin x="3120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handoutMaster" Target="handoutMasters/handoutMaster1.xml"/><Relationship Id="rId18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esif Pinduruan" userId="1cd4f1bd6cccd166" providerId="LiveId" clId="{AE06CAC3-711F-4902-B46B-342D460EE200}"/>
    <pc:docChg chg="undo custSel addSld delSld modSld sldOrd">
      <pc:chgData name="Nesif Pinduruan" userId="1cd4f1bd6cccd166" providerId="LiveId" clId="{AE06CAC3-711F-4902-B46B-342D460EE200}" dt="2025-12-31T09:14:34.771" v="297" actId="403"/>
      <pc:docMkLst>
        <pc:docMk/>
      </pc:docMkLst>
      <pc:sldChg chg="addSp delSp modSp mod">
        <pc:chgData name="Nesif Pinduruan" userId="1cd4f1bd6cccd166" providerId="LiveId" clId="{AE06CAC3-711F-4902-B46B-342D460EE200}" dt="2025-12-23T12:42:28.921" v="33" actId="478"/>
        <pc:sldMkLst>
          <pc:docMk/>
          <pc:sldMk cId="2280806097" sldId="435"/>
        </pc:sldMkLst>
        <pc:spChg chg="add mod">
          <ac:chgData name="Nesif Pinduruan" userId="1cd4f1bd6cccd166" providerId="LiveId" clId="{AE06CAC3-711F-4902-B46B-342D460EE200}" dt="2025-12-23T12:42:28.921" v="33" actId="478"/>
          <ac:spMkLst>
            <pc:docMk/>
            <pc:sldMk cId="2280806097" sldId="435"/>
            <ac:spMk id="3" creationId="{E7BD3020-EDCF-4903-D293-8011D228DBC6}"/>
          </ac:spMkLst>
        </pc:spChg>
      </pc:sldChg>
      <pc:sldChg chg="addSp delSp modSp mod ord setBg">
        <pc:chgData name="Nesif Pinduruan" userId="1cd4f1bd6cccd166" providerId="LiveId" clId="{AE06CAC3-711F-4902-B46B-342D460EE200}" dt="2025-12-31T09:14:28.396" v="295" actId="403"/>
        <pc:sldMkLst>
          <pc:docMk/>
          <pc:sldMk cId="3457628484" sldId="440"/>
        </pc:sldMkLst>
        <pc:spChg chg="mod ord">
          <ac:chgData name="Nesif Pinduruan" userId="1cd4f1bd6cccd166" providerId="LiveId" clId="{AE06CAC3-711F-4902-B46B-342D460EE200}" dt="2025-12-31T07:03:31.257" v="87" actId="26606"/>
          <ac:spMkLst>
            <pc:docMk/>
            <pc:sldMk cId="3457628484" sldId="440"/>
            <ac:spMk id="2" creationId="{616BFA23-AB5B-BA88-E233-DE14DED5A297}"/>
          </ac:spMkLst>
        </pc:spChg>
        <pc:spChg chg="mod">
          <ac:chgData name="Nesif Pinduruan" userId="1cd4f1bd6cccd166" providerId="LiveId" clId="{AE06CAC3-711F-4902-B46B-342D460EE200}" dt="2025-12-31T09:14:28.396" v="295" actId="403"/>
          <ac:spMkLst>
            <pc:docMk/>
            <pc:sldMk cId="3457628484" sldId="440"/>
            <ac:spMk id="3" creationId="{160027CB-3C27-FC4C-AEF9-685A21EA1B94}"/>
          </ac:spMkLst>
        </pc:spChg>
        <pc:spChg chg="mod">
          <ac:chgData name="Nesif Pinduruan" userId="1cd4f1bd6cccd166" providerId="LiveId" clId="{AE06CAC3-711F-4902-B46B-342D460EE200}" dt="2025-12-31T07:04:02.983" v="92" actId="26606"/>
          <ac:spMkLst>
            <pc:docMk/>
            <pc:sldMk cId="3457628484" sldId="440"/>
            <ac:spMk id="4" creationId="{7B25569D-4B51-26CD-C967-65D3F4059DB9}"/>
          </ac:spMkLst>
        </pc:spChg>
        <pc:spChg chg="add del">
          <ac:chgData name="Nesif Pinduruan" userId="1cd4f1bd6cccd166" providerId="LiveId" clId="{AE06CAC3-711F-4902-B46B-342D460EE200}" dt="2025-12-31T07:04:02.983" v="92" actId="26606"/>
          <ac:spMkLst>
            <pc:docMk/>
            <pc:sldMk cId="3457628484" sldId="440"/>
            <ac:spMk id="11" creationId="{7A08E557-10DB-421A-876E-1AE58F8E07C4}"/>
          </ac:spMkLst>
        </pc:spChg>
        <pc:spChg chg="add del">
          <ac:chgData name="Nesif Pinduruan" userId="1cd4f1bd6cccd166" providerId="LiveId" clId="{AE06CAC3-711F-4902-B46B-342D460EE200}" dt="2025-12-31T07:04:02.983" v="92" actId="26606"/>
          <ac:spMkLst>
            <pc:docMk/>
            <pc:sldMk cId="3457628484" sldId="440"/>
            <ac:spMk id="13" creationId="{B5B09F67-0226-4836-9B22-AFF94EF63BE1}"/>
          </ac:spMkLst>
        </pc:spChg>
        <pc:spChg chg="add del">
          <ac:chgData name="Nesif Pinduruan" userId="1cd4f1bd6cccd166" providerId="LiveId" clId="{AE06CAC3-711F-4902-B46B-342D460EE200}" dt="2025-12-31T07:04:02.983" v="92" actId="26606"/>
          <ac:spMkLst>
            <pc:docMk/>
            <pc:sldMk cId="3457628484" sldId="440"/>
            <ac:spMk id="15" creationId="{EF6D18FB-3D39-4747-9ED8-42C5DFAB8A26}"/>
          </ac:spMkLst>
        </pc:spChg>
        <pc:spChg chg="add del">
          <ac:chgData name="Nesif Pinduruan" userId="1cd4f1bd6cccd166" providerId="LiveId" clId="{AE06CAC3-711F-4902-B46B-342D460EE200}" dt="2025-12-31T07:04:02.983" v="92" actId="26606"/>
          <ac:spMkLst>
            <pc:docMk/>
            <pc:sldMk cId="3457628484" sldId="440"/>
            <ac:spMk id="17" creationId="{EDCDD4D4-ADBD-45B9-944B-E77CC258426B}"/>
          </ac:spMkLst>
        </pc:spChg>
        <pc:spChg chg="add del">
          <ac:chgData name="Nesif Pinduruan" userId="1cd4f1bd6cccd166" providerId="LiveId" clId="{AE06CAC3-711F-4902-B46B-342D460EE200}" dt="2025-12-31T07:04:02.973" v="91" actId="26606"/>
          <ac:spMkLst>
            <pc:docMk/>
            <pc:sldMk cId="3457628484" sldId="440"/>
            <ac:spMk id="22" creationId="{7A08E557-10DB-421A-876E-1AE58F8E07C4}"/>
          </ac:spMkLst>
        </pc:spChg>
        <pc:spChg chg="add del">
          <ac:chgData name="Nesif Pinduruan" userId="1cd4f1bd6cccd166" providerId="LiveId" clId="{AE06CAC3-711F-4902-B46B-342D460EE200}" dt="2025-12-31T07:04:02.973" v="91" actId="26606"/>
          <ac:spMkLst>
            <pc:docMk/>
            <pc:sldMk cId="3457628484" sldId="440"/>
            <ac:spMk id="26" creationId="{61F8D543-B05B-4837-B770-442001B9855D}"/>
          </ac:spMkLst>
        </pc:spChg>
        <pc:spChg chg="add del">
          <ac:chgData name="Nesif Pinduruan" userId="1cd4f1bd6cccd166" providerId="LiveId" clId="{AE06CAC3-711F-4902-B46B-342D460EE200}" dt="2025-12-31T07:04:02.973" v="91" actId="26606"/>
          <ac:spMkLst>
            <pc:docMk/>
            <pc:sldMk cId="3457628484" sldId="440"/>
            <ac:spMk id="28" creationId="{33439034-106D-4655-BBDB-B17BC075E816}"/>
          </ac:spMkLst>
        </pc:spChg>
        <pc:spChg chg="add del">
          <ac:chgData name="Nesif Pinduruan" userId="1cd4f1bd6cccd166" providerId="LiveId" clId="{AE06CAC3-711F-4902-B46B-342D460EE200}" dt="2025-12-31T07:04:02.973" v="91" actId="26606"/>
          <ac:spMkLst>
            <pc:docMk/>
            <pc:sldMk cId="3457628484" sldId="440"/>
            <ac:spMk id="30" creationId="{D155F34F-7C64-41A2-8136-59F46830A727}"/>
          </ac:spMkLst>
        </pc:spChg>
        <pc:spChg chg="add">
          <ac:chgData name="Nesif Pinduruan" userId="1cd4f1bd6cccd166" providerId="LiveId" clId="{AE06CAC3-711F-4902-B46B-342D460EE200}" dt="2025-12-31T07:04:02.983" v="92" actId="26606"/>
          <ac:spMkLst>
            <pc:docMk/>
            <pc:sldMk cId="3457628484" sldId="440"/>
            <ac:spMk id="34" creationId="{7A08E557-10DB-421A-876E-1AE58F8E07C4}"/>
          </ac:spMkLst>
        </pc:spChg>
        <pc:spChg chg="add">
          <ac:chgData name="Nesif Pinduruan" userId="1cd4f1bd6cccd166" providerId="LiveId" clId="{AE06CAC3-711F-4902-B46B-342D460EE200}" dt="2025-12-31T07:04:02.983" v="92" actId="26606"/>
          <ac:spMkLst>
            <pc:docMk/>
            <pc:sldMk cId="3457628484" sldId="440"/>
            <ac:spMk id="35" creationId="{EB6DAA74-6928-4A84-9C3F-D130518F6441}"/>
          </ac:spMkLst>
        </pc:spChg>
        <pc:spChg chg="add">
          <ac:chgData name="Nesif Pinduruan" userId="1cd4f1bd6cccd166" providerId="LiveId" clId="{AE06CAC3-711F-4902-B46B-342D460EE200}" dt="2025-12-31T07:04:02.983" v="92" actId="26606"/>
          <ac:spMkLst>
            <pc:docMk/>
            <pc:sldMk cId="3457628484" sldId="440"/>
            <ac:spMk id="36" creationId="{FDE2EC86-78BA-4B5E-A283-4FC8EC64C6FE}"/>
          </ac:spMkLst>
        </pc:spChg>
        <pc:spChg chg="add">
          <ac:chgData name="Nesif Pinduruan" userId="1cd4f1bd6cccd166" providerId="LiveId" clId="{AE06CAC3-711F-4902-B46B-342D460EE200}" dt="2025-12-31T07:04:02.983" v="92" actId="26606"/>
          <ac:spMkLst>
            <pc:docMk/>
            <pc:sldMk cId="3457628484" sldId="440"/>
            <ac:spMk id="37" creationId="{ECC966CD-9E88-40A4-8C1B-22FDDBF56C76}"/>
          </ac:spMkLst>
        </pc:spChg>
        <pc:picChg chg="add mod">
          <ac:chgData name="Nesif Pinduruan" userId="1cd4f1bd6cccd166" providerId="LiveId" clId="{AE06CAC3-711F-4902-B46B-342D460EE200}" dt="2025-12-31T07:04:51.994" v="106" actId="14100"/>
          <ac:picMkLst>
            <pc:docMk/>
            <pc:sldMk cId="3457628484" sldId="440"/>
            <ac:picMk id="6" creationId="{A36A0DE3-86BD-F03C-E8F5-5949A13FE89B}"/>
          </ac:picMkLst>
        </pc:picChg>
        <pc:picChg chg="add mod">
          <ac:chgData name="Nesif Pinduruan" userId="1cd4f1bd6cccd166" providerId="LiveId" clId="{AE06CAC3-711F-4902-B46B-342D460EE200}" dt="2025-12-31T07:04:42.323" v="104" actId="1076"/>
          <ac:picMkLst>
            <pc:docMk/>
            <pc:sldMk cId="3457628484" sldId="440"/>
            <ac:picMk id="8" creationId="{4F072A86-8317-CD99-DE15-7E60568EE58A}"/>
          </ac:picMkLst>
        </pc:picChg>
      </pc:sldChg>
      <pc:sldChg chg="addSp delSp modSp mod">
        <pc:chgData name="Nesif Pinduruan" userId="1cd4f1bd6cccd166" providerId="LiveId" clId="{AE06CAC3-711F-4902-B46B-342D460EE200}" dt="2025-12-31T09:06:43.805" v="139" actId="27636"/>
        <pc:sldMkLst>
          <pc:docMk/>
          <pc:sldMk cId="2470345671" sldId="441"/>
        </pc:sldMkLst>
        <pc:spChg chg="mod">
          <ac:chgData name="Nesif Pinduruan" userId="1cd4f1bd6cccd166" providerId="LiveId" clId="{AE06CAC3-711F-4902-B46B-342D460EE200}" dt="2025-12-23T10:52:38.830" v="17" actId="1076"/>
          <ac:spMkLst>
            <pc:docMk/>
            <pc:sldMk cId="2470345671" sldId="441"/>
            <ac:spMk id="3" creationId="{68C2EC19-A157-8389-07DB-650659081F52}"/>
          </ac:spMkLst>
        </pc:spChg>
        <pc:spChg chg="add del mod">
          <ac:chgData name="Nesif Pinduruan" userId="1cd4f1bd6cccd166" providerId="LiveId" clId="{AE06CAC3-711F-4902-B46B-342D460EE200}" dt="2025-12-31T09:06:15.494" v="129" actId="20577"/>
          <ac:spMkLst>
            <pc:docMk/>
            <pc:sldMk cId="2470345671" sldId="441"/>
            <ac:spMk id="4" creationId="{B9D6390D-BFD6-DF07-2067-06D2785D587D}"/>
          </ac:spMkLst>
        </pc:spChg>
        <pc:spChg chg="add del mod">
          <ac:chgData name="Nesif Pinduruan" userId="1cd4f1bd6cccd166" providerId="LiveId" clId="{AE06CAC3-711F-4902-B46B-342D460EE200}" dt="2025-12-31T09:04:50.325" v="113" actId="478"/>
          <ac:spMkLst>
            <pc:docMk/>
            <pc:sldMk cId="2470345671" sldId="441"/>
            <ac:spMk id="5" creationId="{D21CFA7E-5C9A-4759-1048-46900355FEA4}"/>
          </ac:spMkLst>
        </pc:spChg>
        <pc:spChg chg="add mod">
          <ac:chgData name="Nesif Pinduruan" userId="1cd4f1bd6cccd166" providerId="LiveId" clId="{AE06CAC3-711F-4902-B46B-342D460EE200}" dt="2025-12-31T09:06:43.805" v="139" actId="27636"/>
          <ac:spMkLst>
            <pc:docMk/>
            <pc:sldMk cId="2470345671" sldId="441"/>
            <ac:spMk id="6" creationId="{2A965A25-4786-01DD-CDDA-67D0CCD36598}"/>
          </ac:spMkLst>
        </pc:spChg>
        <pc:graphicFrameChg chg="add del">
          <ac:chgData name="Nesif Pinduruan" userId="1cd4f1bd6cccd166" providerId="LiveId" clId="{AE06CAC3-711F-4902-B46B-342D460EE200}" dt="2025-12-31T07:06:09.941" v="112" actId="26606"/>
          <ac:graphicFrameMkLst>
            <pc:docMk/>
            <pc:sldMk cId="2470345671" sldId="441"/>
            <ac:graphicFrameMk id="7" creationId="{03994C82-4F60-BDAD-D078-800F757A884A}"/>
          </ac:graphicFrameMkLst>
        </pc:graphicFrameChg>
      </pc:sldChg>
      <pc:sldChg chg="addSp delSp modSp mod">
        <pc:chgData name="Nesif Pinduruan" userId="1cd4f1bd6cccd166" providerId="LiveId" clId="{AE06CAC3-711F-4902-B46B-342D460EE200}" dt="2025-12-31T09:12:33.574" v="232" actId="1076"/>
        <pc:sldMkLst>
          <pc:docMk/>
          <pc:sldMk cId="3421864832" sldId="442"/>
        </pc:sldMkLst>
        <pc:spChg chg="mod">
          <ac:chgData name="Nesif Pinduruan" userId="1cd4f1bd6cccd166" providerId="LiveId" clId="{AE06CAC3-711F-4902-B46B-342D460EE200}" dt="2025-12-31T09:12:27.855" v="231" actId="1076"/>
          <ac:spMkLst>
            <pc:docMk/>
            <pc:sldMk cId="3421864832" sldId="442"/>
            <ac:spMk id="3" creationId="{4F465791-02C3-85CB-EC2D-AE1D097AD894}"/>
          </ac:spMkLst>
        </pc:spChg>
        <pc:spChg chg="add mod">
          <ac:chgData name="Nesif Pinduruan" userId="1cd4f1bd6cccd166" providerId="LiveId" clId="{AE06CAC3-711F-4902-B46B-342D460EE200}" dt="2025-12-31T09:12:33.574" v="232" actId="1076"/>
          <ac:spMkLst>
            <pc:docMk/>
            <pc:sldMk cId="3421864832" sldId="442"/>
            <ac:spMk id="4" creationId="{735AFF85-B4AF-9D02-B45F-DE81F419E5A8}"/>
          </ac:spMkLst>
        </pc:spChg>
        <pc:spChg chg="del">
          <ac:chgData name="Nesif Pinduruan" userId="1cd4f1bd6cccd166" providerId="LiveId" clId="{AE06CAC3-711F-4902-B46B-342D460EE200}" dt="2025-12-31T07:05:00.065" v="107" actId="478"/>
          <ac:spMkLst>
            <pc:docMk/>
            <pc:sldMk cId="3421864832" sldId="442"/>
            <ac:spMk id="7" creationId="{389706E0-C8E3-DB6E-ED95-5D81CF617EC2}"/>
          </ac:spMkLst>
        </pc:spChg>
      </pc:sldChg>
      <pc:sldChg chg="addSp delSp modSp del mod setBg">
        <pc:chgData name="Nesif Pinduruan" userId="1cd4f1bd6cccd166" providerId="LiveId" clId="{AE06CAC3-711F-4902-B46B-342D460EE200}" dt="2025-12-31T09:10:12.855" v="169" actId="47"/>
        <pc:sldMkLst>
          <pc:docMk/>
          <pc:sldMk cId="2015252700" sldId="448"/>
        </pc:sldMkLst>
        <pc:spChg chg="mod">
          <ac:chgData name="Nesif Pinduruan" userId="1cd4f1bd6cccd166" providerId="LiveId" clId="{AE06CAC3-711F-4902-B46B-342D460EE200}" dt="2025-12-31T07:05:32.311" v="110" actId="26606"/>
          <ac:spMkLst>
            <pc:docMk/>
            <pc:sldMk cId="2015252700" sldId="448"/>
            <ac:spMk id="2" creationId="{3E705CD9-10FA-7095-E28E-7B43FA07D2ED}"/>
          </ac:spMkLst>
        </pc:spChg>
        <pc:spChg chg="mod">
          <ac:chgData name="Nesif Pinduruan" userId="1cd4f1bd6cccd166" providerId="LiveId" clId="{AE06CAC3-711F-4902-B46B-342D460EE200}" dt="2025-12-31T07:05:32.311" v="110" actId="26606"/>
          <ac:spMkLst>
            <pc:docMk/>
            <pc:sldMk cId="2015252700" sldId="448"/>
            <ac:spMk id="3" creationId="{C07189FB-090E-D752-AD42-C141A6DBA6FB}"/>
          </ac:spMkLst>
        </pc:spChg>
        <pc:spChg chg="add del mod">
          <ac:chgData name="Nesif Pinduruan" userId="1cd4f1bd6cccd166" providerId="LiveId" clId="{AE06CAC3-711F-4902-B46B-342D460EE200}" dt="2025-12-31T07:05:32.311" v="110" actId="26606"/>
          <ac:spMkLst>
            <pc:docMk/>
            <pc:sldMk cId="2015252700" sldId="448"/>
            <ac:spMk id="4" creationId="{2F93EE97-DCD3-A4EF-51AD-3EB26B08E8B8}"/>
          </ac:spMkLst>
        </pc:spChg>
        <pc:spChg chg="add del">
          <ac:chgData name="Nesif Pinduruan" userId="1cd4f1bd6cccd166" providerId="LiveId" clId="{AE06CAC3-711F-4902-B46B-342D460EE200}" dt="2025-12-31T07:05:32.221" v="109" actId="26606"/>
          <ac:spMkLst>
            <pc:docMk/>
            <pc:sldMk cId="2015252700" sldId="448"/>
            <ac:spMk id="10" creationId="{7A08E557-10DB-421A-876E-1AE58F8E07C4}"/>
          </ac:spMkLst>
        </pc:spChg>
        <pc:spChg chg="add del">
          <ac:chgData name="Nesif Pinduruan" userId="1cd4f1bd6cccd166" providerId="LiveId" clId="{AE06CAC3-711F-4902-B46B-342D460EE200}" dt="2025-12-31T07:05:32.221" v="109" actId="26606"/>
          <ac:spMkLst>
            <pc:docMk/>
            <pc:sldMk cId="2015252700" sldId="448"/>
            <ac:spMk id="12" creationId="{266A3FE7-60D1-46EB-85C0-DA73D11FB884}"/>
          </ac:spMkLst>
        </pc:spChg>
        <pc:spChg chg="add del">
          <ac:chgData name="Nesif Pinduruan" userId="1cd4f1bd6cccd166" providerId="LiveId" clId="{AE06CAC3-711F-4902-B46B-342D460EE200}" dt="2025-12-31T07:05:32.221" v="109" actId="26606"/>
          <ac:spMkLst>
            <pc:docMk/>
            <pc:sldMk cId="2015252700" sldId="448"/>
            <ac:spMk id="14" creationId="{7C294D02-7B12-44A2-ADE7-D17811CC1683}"/>
          </ac:spMkLst>
        </pc:spChg>
        <pc:spChg chg="add del">
          <ac:chgData name="Nesif Pinduruan" userId="1cd4f1bd6cccd166" providerId="LiveId" clId="{AE06CAC3-711F-4902-B46B-342D460EE200}" dt="2025-12-31T07:05:32.221" v="109" actId="26606"/>
          <ac:spMkLst>
            <pc:docMk/>
            <pc:sldMk cId="2015252700" sldId="448"/>
            <ac:spMk id="16" creationId="{0F743AA9-AD4A-4C7C-A2F8-D376FD29CCBA}"/>
          </ac:spMkLst>
        </pc:spChg>
        <pc:spChg chg="add del">
          <ac:chgData name="Nesif Pinduruan" userId="1cd4f1bd6cccd166" providerId="LiveId" clId="{AE06CAC3-711F-4902-B46B-342D460EE200}" dt="2025-12-31T07:05:32.221" v="109" actId="26606"/>
          <ac:spMkLst>
            <pc:docMk/>
            <pc:sldMk cId="2015252700" sldId="448"/>
            <ac:spMk id="18" creationId="{AE959701-876A-4201-8EE6-E65DF338A8AC}"/>
          </ac:spMkLst>
        </pc:spChg>
        <pc:spChg chg="add">
          <ac:chgData name="Nesif Pinduruan" userId="1cd4f1bd6cccd166" providerId="LiveId" clId="{AE06CAC3-711F-4902-B46B-342D460EE200}" dt="2025-12-31T07:05:32.311" v="110" actId="26606"/>
          <ac:spMkLst>
            <pc:docMk/>
            <pc:sldMk cId="2015252700" sldId="448"/>
            <ac:spMk id="20" creationId="{7A08E557-10DB-421A-876E-1AE58F8E07C4}"/>
          </ac:spMkLst>
        </pc:spChg>
        <pc:spChg chg="add">
          <ac:chgData name="Nesif Pinduruan" userId="1cd4f1bd6cccd166" providerId="LiveId" clId="{AE06CAC3-711F-4902-B46B-342D460EE200}" dt="2025-12-31T07:05:32.311" v="110" actId="26606"/>
          <ac:spMkLst>
            <pc:docMk/>
            <pc:sldMk cId="2015252700" sldId="448"/>
            <ac:spMk id="21" creationId="{C4DD10E6-914E-4F17-ABD5-8F016C23EE57}"/>
          </ac:spMkLst>
        </pc:spChg>
        <pc:spChg chg="add">
          <ac:chgData name="Nesif Pinduruan" userId="1cd4f1bd6cccd166" providerId="LiveId" clId="{AE06CAC3-711F-4902-B46B-342D460EE200}" dt="2025-12-31T07:05:32.311" v="110" actId="26606"/>
          <ac:spMkLst>
            <pc:docMk/>
            <pc:sldMk cId="2015252700" sldId="448"/>
            <ac:spMk id="22" creationId="{F9023182-6D3E-438B-8E1A-DBF47C70D73B}"/>
          </ac:spMkLst>
        </pc:spChg>
        <pc:spChg chg="add">
          <ac:chgData name="Nesif Pinduruan" userId="1cd4f1bd6cccd166" providerId="LiveId" clId="{AE06CAC3-711F-4902-B46B-342D460EE200}" dt="2025-12-31T07:05:32.311" v="110" actId="26606"/>
          <ac:spMkLst>
            <pc:docMk/>
            <pc:sldMk cId="2015252700" sldId="448"/>
            <ac:spMk id="23" creationId="{66989A7B-378A-4C5A-83D3-92770B761BE4}"/>
          </ac:spMkLst>
        </pc:spChg>
        <pc:spChg chg="add">
          <ac:chgData name="Nesif Pinduruan" userId="1cd4f1bd6cccd166" providerId="LiveId" clId="{AE06CAC3-711F-4902-B46B-342D460EE200}" dt="2025-12-31T07:05:32.311" v="110" actId="26606"/>
          <ac:spMkLst>
            <pc:docMk/>
            <pc:sldMk cId="2015252700" sldId="448"/>
            <ac:spMk id="24" creationId="{D493E550-6182-46EC-9D62-577FCFBA6037}"/>
          </ac:spMkLst>
        </pc:spChg>
        <pc:graphicFrameChg chg="add del">
          <ac:chgData name="Nesif Pinduruan" userId="1cd4f1bd6cccd166" providerId="LiveId" clId="{AE06CAC3-711F-4902-B46B-342D460EE200}" dt="2025-12-31T07:05:32.221" v="109" actId="26606"/>
          <ac:graphicFrameMkLst>
            <pc:docMk/>
            <pc:sldMk cId="2015252700" sldId="448"/>
            <ac:graphicFrameMk id="6" creationId="{258B224D-CA1B-A32B-55DC-BEFFD2B3A8B6}"/>
          </ac:graphicFrameMkLst>
        </pc:graphicFrameChg>
        <pc:graphicFrameChg chg="add mod">
          <ac:chgData name="Nesif Pinduruan" userId="1cd4f1bd6cccd166" providerId="LiveId" clId="{AE06CAC3-711F-4902-B46B-342D460EE200}" dt="2025-12-31T09:10:07.180" v="168" actId="478"/>
          <ac:graphicFrameMkLst>
            <pc:docMk/>
            <pc:sldMk cId="2015252700" sldId="448"/>
            <ac:graphicFrameMk id="25" creationId="{DB589AF8-78E2-3C64-E8BC-D5D4A70DCF6D}"/>
          </ac:graphicFrameMkLst>
        </pc:graphicFrameChg>
      </pc:sldChg>
      <pc:sldChg chg="addSp delSp modSp mod">
        <pc:chgData name="Nesif Pinduruan" userId="1cd4f1bd6cccd166" providerId="LiveId" clId="{AE06CAC3-711F-4902-B46B-342D460EE200}" dt="2025-12-31T09:14:13.065" v="291" actId="1076"/>
        <pc:sldMkLst>
          <pc:docMk/>
          <pc:sldMk cId="618454260" sldId="449"/>
        </pc:sldMkLst>
        <pc:spChg chg="mod">
          <ac:chgData name="Nesif Pinduruan" userId="1cd4f1bd6cccd166" providerId="LiveId" clId="{AE06CAC3-711F-4902-B46B-342D460EE200}" dt="2025-12-31T09:13:35.028" v="262" actId="1035"/>
          <ac:spMkLst>
            <pc:docMk/>
            <pc:sldMk cId="618454260" sldId="449"/>
            <ac:spMk id="3" creationId="{9BB04C39-AB41-0F7C-9948-A88547CC5462}"/>
          </ac:spMkLst>
        </pc:spChg>
        <pc:spChg chg="add mod">
          <ac:chgData name="Nesif Pinduruan" userId="1cd4f1bd6cccd166" providerId="LiveId" clId="{AE06CAC3-711F-4902-B46B-342D460EE200}" dt="2025-12-31T09:13:59.826" v="290" actId="27636"/>
          <ac:spMkLst>
            <pc:docMk/>
            <pc:sldMk cId="618454260" sldId="449"/>
            <ac:spMk id="4" creationId="{F570E497-FC18-3610-8984-7034494FD0E9}"/>
          </ac:spMkLst>
        </pc:spChg>
        <pc:spChg chg="add mod">
          <ac:chgData name="Nesif Pinduruan" userId="1cd4f1bd6cccd166" providerId="LiveId" clId="{AE06CAC3-711F-4902-B46B-342D460EE200}" dt="2025-12-31T09:14:13.065" v="291" actId="1076"/>
          <ac:spMkLst>
            <pc:docMk/>
            <pc:sldMk cId="618454260" sldId="449"/>
            <ac:spMk id="5" creationId="{F61A1B86-B01C-17A6-1DE5-BBD7890BE7FC}"/>
          </ac:spMkLst>
        </pc:spChg>
        <pc:spChg chg="del">
          <ac:chgData name="Nesif Pinduruan" userId="1cd4f1bd6cccd166" providerId="LiveId" clId="{AE06CAC3-711F-4902-B46B-342D460EE200}" dt="2025-12-31T09:11:30.572" v="211" actId="478"/>
          <ac:spMkLst>
            <pc:docMk/>
            <pc:sldMk cId="618454260" sldId="449"/>
            <ac:spMk id="7" creationId="{AAF303B5-06A7-0A58-33F8-8E82092326C5}"/>
          </ac:spMkLst>
        </pc:spChg>
      </pc:sldChg>
      <pc:sldChg chg="addSp delSp modSp add mod">
        <pc:chgData name="Nesif Pinduruan" userId="1cd4f1bd6cccd166" providerId="LiveId" clId="{AE06CAC3-711F-4902-B46B-342D460EE200}" dt="2025-12-31T09:14:34.771" v="297" actId="403"/>
        <pc:sldMkLst>
          <pc:docMk/>
          <pc:sldMk cId="1702392082" sldId="450"/>
        </pc:sldMkLst>
        <pc:spChg chg="mod">
          <ac:chgData name="Nesif Pinduruan" userId="1cd4f1bd6cccd166" providerId="LiveId" clId="{AE06CAC3-711F-4902-B46B-342D460EE200}" dt="2025-12-31T09:14:34.771" v="297" actId="403"/>
          <ac:spMkLst>
            <pc:docMk/>
            <pc:sldMk cId="1702392082" sldId="450"/>
            <ac:spMk id="3" creationId="{F07FF950-69A0-3F36-57CE-EB6DFB786DB6}"/>
          </ac:spMkLst>
        </pc:spChg>
        <pc:spChg chg="add del mod">
          <ac:chgData name="Nesif Pinduruan" userId="1cd4f1bd6cccd166" providerId="LiveId" clId="{AE06CAC3-711F-4902-B46B-342D460EE200}" dt="2025-12-31T09:07:45.793" v="142" actId="478"/>
          <ac:spMkLst>
            <pc:docMk/>
            <pc:sldMk cId="1702392082" sldId="450"/>
            <ac:spMk id="5" creationId="{8F85C328-C535-522D-AF66-22232CC7021F}"/>
          </ac:spMkLst>
        </pc:spChg>
        <pc:spChg chg="add mod">
          <ac:chgData name="Nesif Pinduruan" userId="1cd4f1bd6cccd166" providerId="LiveId" clId="{AE06CAC3-711F-4902-B46B-342D460EE200}" dt="2025-12-31T09:11:09.429" v="209" actId="1076"/>
          <ac:spMkLst>
            <pc:docMk/>
            <pc:sldMk cId="1702392082" sldId="450"/>
            <ac:spMk id="6" creationId="{CDBED85B-C2CF-9AF5-6414-0BE15D70AFDF}"/>
          </ac:spMkLst>
        </pc:spChg>
        <pc:spChg chg="add mod">
          <ac:chgData name="Nesif Pinduruan" userId="1cd4f1bd6cccd166" providerId="LiveId" clId="{AE06CAC3-711F-4902-B46B-342D460EE200}" dt="2025-12-31T09:10:32.142" v="171"/>
          <ac:spMkLst>
            <pc:docMk/>
            <pc:sldMk cId="1702392082" sldId="450"/>
            <ac:spMk id="7" creationId="{879FB1B6-512C-FE4E-F2ED-2A42CD3C764F}"/>
          </ac:spMkLst>
        </pc:spChg>
        <pc:graphicFrameChg chg="del">
          <ac:chgData name="Nesif Pinduruan" userId="1cd4f1bd6cccd166" providerId="LiveId" clId="{AE06CAC3-711F-4902-B46B-342D460EE200}" dt="2025-12-31T09:07:32.288" v="141" actId="478"/>
          <ac:graphicFrameMkLst>
            <pc:docMk/>
            <pc:sldMk cId="1702392082" sldId="450"/>
            <ac:graphicFrameMk id="25" creationId="{740F3994-1245-DB64-EDD6-4510FA6AE010}"/>
          </ac:graphicFrameMkLst>
        </pc:graphicFrameChg>
      </pc:sldChg>
      <pc:sldMasterChg chg="delSldLayout">
        <pc:chgData name="Nesif Pinduruan" userId="1cd4f1bd6cccd166" providerId="LiveId" clId="{AE06CAC3-711F-4902-B46B-342D460EE200}" dt="2025-12-23T10:51:35.818" v="4" actId="47"/>
        <pc:sldMasterMkLst>
          <pc:docMk/>
          <pc:sldMasterMk cId="3130536433" sldId="2147483712"/>
        </pc:sldMasterMkLst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E4D2272-D660-A337-AEF3-BE066BD5453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1FE5A70-71C2-F335-270C-B94537340C5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C5A369-CA0E-4FC6-90EE-5FA969A08EF8}" type="datetimeFigureOut">
              <a:rPr lang="en-US" smtClean="0"/>
              <a:t>12/31/2025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91E1B03-0F86-16E7-11BE-81F9F4CD66B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C4524B8-3914-99B2-2620-0F2A88D335A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9210F9-8331-407C-A034-F95DCB303EB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100587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34AB06A-EEDC-421C-B5A0-5E9E5241A8E5}" type="datetimeFigureOut">
              <a:rPr lang="en-US" smtClean="0"/>
              <a:t>12/31/2025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2BF9438-3EEF-4192-9815-F6F44770AEF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226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BF9438-3EEF-4192-9815-F6F44770AEF7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904776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BF9438-3EEF-4192-9815-F6F44770AEF7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0258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D968F8-09BB-401E-B9E1-CB34535647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EB1A3DB-3154-A6C2-DD3B-84FEB8DE0A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75DD301-F426-F2A8-DB1D-AF0884CFC0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3F7031-DEBC-1582-1E44-20A84C8194B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BF9438-3EEF-4192-9815-F6F44770AEF7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603253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BF9438-3EEF-4192-9815-F6F44770AEF7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37701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BF9438-3EEF-4192-9815-F6F44770AEF7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500271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3BACFC-1369-5A39-E90E-4EDDF61911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1488EAF-1418-FDFD-EA8F-A5571E3DE4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3FEA857-B02C-57E0-3813-D275B43DB17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113A5C-5BBC-DD31-BB6A-FECDEA4848D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BF9438-3EEF-4192-9815-F6F44770AEF7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742584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BF9438-3EEF-4192-9815-F6F44770AEF7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44697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DD9960-406F-4187-A0E6-BD19C68403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49326" y="919716"/>
            <a:ext cx="8504275" cy="3551275"/>
          </a:xfrm>
        </p:spPr>
        <p:txBody>
          <a:bodyPr anchor="b">
            <a:normAutofit/>
          </a:bodyPr>
          <a:lstStyle>
            <a:lvl1pPr algn="l">
              <a:lnSpc>
                <a:spcPct val="100000"/>
              </a:lnSpc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27E7FE-647D-4B2F-BA13-AB3ED4C5CF5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49326" y="4795284"/>
            <a:ext cx="8504275" cy="1084522"/>
          </a:xfrm>
        </p:spPr>
        <p:txBody>
          <a:bodyPr>
            <a:normAutofit/>
          </a:bodyPr>
          <a:lstStyle>
            <a:lvl1pPr marL="0" indent="0" algn="l">
              <a:lnSpc>
                <a:spcPct val="120000"/>
              </a:lnSpc>
              <a:buNone/>
              <a:defRPr sz="1600" b="1" cap="all" spc="3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5EF785-E0A7-4496-A5BA-49B0156F262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964706" y="6433202"/>
            <a:ext cx="2426446" cy="36784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42C627-38A1-4A14-8822-D8D33751CA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sz="10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EBE346-5F34-48CD-8928-DA8567AEDD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91152" y="6433203"/>
            <a:ext cx="702781" cy="367842"/>
          </a:xfrm>
        </p:spPr>
        <p:txBody>
          <a:bodyPr/>
          <a:lstStyle/>
          <a:p>
            <a:fld id="{08AB70BE-1769-45B8-85A6-0C837432C7E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2363829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99839C-7D7A-49F1-8BFE-85C6C7D78B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5256" y="590668"/>
            <a:ext cx="9914859" cy="1329004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E748DC-EBB9-44C6-8566-38F87FF7FD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00" y="1919673"/>
            <a:ext cx="9914860" cy="412331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342198-F50F-4C8A-9BD9-4CC3950F8FA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323285" y="6434524"/>
            <a:ext cx="2067867" cy="365125"/>
          </a:xfrm>
        </p:spPr>
        <p:txBody>
          <a:bodyPr/>
          <a:lstStyle>
            <a:lvl1pPr algn="r">
              <a:defRPr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A2F5AB-D8C6-4AE1-8FAE-CD0499CB6D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73736" y="6437376"/>
            <a:ext cx="3775914" cy="365125"/>
          </a:xfrm>
        </p:spPr>
        <p:txBody>
          <a:bodyPr/>
          <a:lstStyle>
            <a:lvl1pPr algn="l">
              <a:defRPr>
                <a:solidFill>
                  <a:schemeClr val="accent2"/>
                </a:solidFill>
              </a:defRPr>
            </a:lvl1pPr>
          </a:lstStyle>
          <a:p>
            <a:endParaRPr lang="en-US" sz="10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5C58D8-B582-4DB3-A94D-0562401997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91152" y="6434524"/>
            <a:ext cx="693261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8AB70BE-1769-45B8-85A6-0C837432C7E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0939470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F8A94B-011C-4B13-8C12-E91BF7A400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1320800"/>
            <a:ext cx="9144000" cy="3095813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16D5F3-887C-4A8F-842A-0294A9FB08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23999" y="4589463"/>
            <a:ext cx="9144001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94588B-131A-42F3-B76C-62BD65E480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11AB28-20BD-4CD8-9840-985C3EDBA1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sz="10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53C85C-3801-46F0-A100-616F5F2F82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B70BE-1769-45B8-85A6-0C837432C7E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2187021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F5CB06-0454-4BF1-8011-F8B1A95954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920A70-D33B-4461-B74C-3F59ADB1614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408813" y="2163725"/>
            <a:ext cx="4610986" cy="4013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881BDF9-836E-431C-8EFA-417A9BEE9F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57260" y="2163725"/>
            <a:ext cx="4853763" cy="40132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CBD9F59-B591-4E2F-899E-3CA78CE82D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46CFD12-B3EC-432C-B264-8AB571CAAF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sz="1000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8F3CBBA-71B3-4857-80E7-525E89FD90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B70BE-1769-45B8-85A6-0C837432C7E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290508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C51886-4F39-4E3E-948D-DBC73F267A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2C7B2A-B6BE-46FD-9278-A5246BF7EE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AE85295-E4B5-4D75-954F-B07A2F4CABF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635623"/>
            <a:ext cx="5157787" cy="3554039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687ABF0-C78D-4589-8FA5-0D6238B4B08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C6A4064-2E0A-4FC3-837B-14EC0EF3A65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635623"/>
            <a:ext cx="5183188" cy="355404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8E3C169-8D29-4CC4-9581-748178F3C0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14EC709-AAD9-475C-AC6A-943A8E872A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sz="1000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20C0E3E-587D-46EB-AAF5-011C137B03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B70BE-1769-45B8-85A6-0C837432C7E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2109739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A3E062-B7F5-4D30-B416-1BBB4A7D0F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1BDFF7A-EBD3-4FEB-8451-5D73550691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8F54A2D-2C4B-4E1D-AC16-E3B1F1DDB5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sz="10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C11F373-DB96-4AEA-8E3E-7EDEA213DE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B70BE-1769-45B8-85A6-0C837432C7E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8977107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A2485D4-41D3-4182-8DFE-2E0713EC0B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9753C5C-8415-4BF0-810D-A4C22F695E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sz="1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5EBFEA-4321-48C4-9CA1-43517540C6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B70BE-1769-45B8-85A6-0C837432C7E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9427448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E09F8C-8071-4BE5-AD6F-C98F481D17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4135B3-14BA-4A88-B6B3-88B77B1C63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77C3A4D-5B69-44B4-B17F-770E83F008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F1C41D-2A59-4512-8034-6DB705787D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85C494-778C-4EE6-9402-242E1CDD9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sz="1000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5677B9-C338-4033-9AFE-B8B81C5D81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B70BE-1769-45B8-85A6-0C837432C7E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739245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AB77DE-4C2E-476F-A419-57470FB66D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A9FD1A0-93AE-469A-ADDF-2453B64CAAF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C119C9C-EF97-4910-9419-6D7202609ED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A87172-A64E-4C38-82ED-2A7050B0FB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C0C3E24-28E2-4512-BEA0-DAEC5E8465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sz="1000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1F04F0D-DA84-434D-B136-BEE9FD80AB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B70BE-1769-45B8-85A6-0C837432C7E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3652689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AB05F0-2B44-47BC-86B3-58E2C70806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FA5B5DA-7628-4AC1-8EAE-5010C2A981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A4E7C3-7830-49F3-9F45-4B2F2B4CAC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45E328-AD12-449C-BE6E-76DF005E86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sz="10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0F374F-390D-49D8-A7C8-5BEFA35323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B70BE-1769-45B8-85A6-0C837432C7E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9856159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C50F530-2925-4F98-89EC-95C2EC4769D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1A79366-3281-483D-8731-0D01B2B24A3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5ED8B2-BE7F-4417-8A8A-A95C8BB708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1A0D96-671F-4A85-89C6-946624CB1E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sz="10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5BA434-2E32-4719-B45C-0490D68526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B70BE-1769-45B8-85A6-0C837432C7E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6110120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itle 1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45040DA2-B75D-1B49-51F9-967501F7F67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94876" y="887638"/>
            <a:ext cx="10202248" cy="5094496"/>
          </a:xfrm>
        </p:spPr>
        <p:txBody>
          <a:bodyPr/>
          <a:lstStyle>
            <a:lvl1pPr algn="ctr"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C663CA19-070F-D373-ED8C-B6F895D11B8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96600" y="5983104"/>
            <a:ext cx="1295400" cy="87489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rgbClr val="FFFFFF"/>
                </a:solidFill>
                <a:latin typeface="+mj-lt"/>
              </a:defRPr>
            </a:lvl1pPr>
          </a:lstStyle>
          <a:p>
            <a:fld id="{08AB70BE-1769-45B8-85A6-0C837432C7E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E93BDAB-CB06-403B-00FD-9D1C2812A2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-2990939" y="2990938"/>
            <a:ext cx="6855801" cy="873925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6FB1FDB-9C8A-890A-5051-8D49E105FD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5983104"/>
            <a:ext cx="12192000" cy="873925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Freeform 21">
            <a:extLst>
              <a:ext uri="{FF2B5EF4-FFF2-40B4-BE49-F238E27FC236}">
                <a16:creationId xmlns:a16="http://schemas.microsoft.com/office/drawing/2014/main" id="{46056E81-9CB5-42E9-6689-B711F575C8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8981493" y="0"/>
            <a:ext cx="3200357" cy="3200320"/>
          </a:xfrm>
          <a:custGeom>
            <a:avLst/>
            <a:gdLst>
              <a:gd name="connsiteX0" fmla="*/ 3200357 w 3200357"/>
              <a:gd name="connsiteY0" fmla="*/ 0 h 3200320"/>
              <a:gd name="connsiteX1" fmla="*/ 3200357 w 3200357"/>
              <a:gd name="connsiteY1" fmla="*/ 3200320 h 3200320"/>
              <a:gd name="connsiteX2" fmla="*/ 0 w 3200357"/>
              <a:gd name="connsiteY2" fmla="*/ 3200320 h 3200320"/>
              <a:gd name="connsiteX3" fmla="*/ 159536 w 3200357"/>
              <a:gd name="connsiteY3" fmla="*/ 3196412 h 3200320"/>
              <a:gd name="connsiteX4" fmla="*/ 3196195 w 3200357"/>
              <a:gd name="connsiteY4" fmla="*/ 164613 h 3200320"/>
              <a:gd name="connsiteX5" fmla="*/ 3200357 w 3200357"/>
              <a:gd name="connsiteY5" fmla="*/ 0 h 32003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00357" h="3200320">
                <a:moveTo>
                  <a:pt x="3200357" y="0"/>
                </a:moveTo>
                <a:lnTo>
                  <a:pt x="3200357" y="3200320"/>
                </a:lnTo>
                <a:lnTo>
                  <a:pt x="0" y="3200320"/>
                </a:lnTo>
                <a:lnTo>
                  <a:pt x="159536" y="3196412"/>
                </a:lnTo>
                <a:cubicBezTo>
                  <a:pt x="1798363" y="3115939"/>
                  <a:pt x="3113157" y="1802765"/>
                  <a:pt x="3196195" y="164613"/>
                </a:cubicBezTo>
                <a:lnTo>
                  <a:pt x="3200357" y="0"/>
                </a:lnTo>
                <a:close/>
              </a:path>
            </a:pathLst>
          </a:cu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7" name="Freeform 22">
            <a:extLst>
              <a:ext uri="{FF2B5EF4-FFF2-40B4-BE49-F238E27FC236}">
                <a16:creationId xmlns:a16="http://schemas.microsoft.com/office/drawing/2014/main" id="{3D075254-6FC4-6738-BBBE-1BACB99E42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 flipH="1" flipV="1">
            <a:off x="0" y="-8"/>
            <a:ext cx="1745673" cy="877824"/>
          </a:xfrm>
          <a:custGeom>
            <a:avLst/>
            <a:gdLst>
              <a:gd name="connsiteX0" fmla="*/ 0 w 4572000"/>
              <a:gd name="connsiteY0" fmla="*/ 2285974 h 2285974"/>
              <a:gd name="connsiteX1" fmla="*/ 113956 w 4572000"/>
              <a:gd name="connsiteY1" fmla="*/ 2283183 h 2285974"/>
              <a:gd name="connsiteX2" fmla="*/ 2283027 w 4572000"/>
              <a:gd name="connsiteY2" fmla="*/ 117584 h 2285974"/>
              <a:gd name="connsiteX3" fmla="*/ 2286000 w 4572000"/>
              <a:gd name="connsiteY3" fmla="*/ 0 h 2285974"/>
              <a:gd name="connsiteX4" fmla="*/ 2288973 w 4572000"/>
              <a:gd name="connsiteY4" fmla="*/ 117584 h 2285974"/>
              <a:gd name="connsiteX5" fmla="*/ 4458044 w 4572000"/>
              <a:gd name="connsiteY5" fmla="*/ 2283183 h 2285974"/>
              <a:gd name="connsiteX6" fmla="*/ 4572000 w 4572000"/>
              <a:gd name="connsiteY6" fmla="*/ 2285974 h 2285974"/>
              <a:gd name="connsiteX7" fmla="*/ 2286000 w 4572000"/>
              <a:gd name="connsiteY7" fmla="*/ 2285974 h 22859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572000" h="2285974">
                <a:moveTo>
                  <a:pt x="0" y="2285974"/>
                </a:moveTo>
                <a:lnTo>
                  <a:pt x="113956" y="2283183"/>
                </a:lnTo>
                <a:cubicBezTo>
                  <a:pt x="1284562" y="2225701"/>
                  <a:pt x="2223714" y="1287708"/>
                  <a:pt x="2283027" y="117584"/>
                </a:cubicBezTo>
                <a:lnTo>
                  <a:pt x="2286000" y="0"/>
                </a:lnTo>
                <a:lnTo>
                  <a:pt x="2288973" y="117584"/>
                </a:lnTo>
                <a:cubicBezTo>
                  <a:pt x="2348287" y="1287708"/>
                  <a:pt x="3287438" y="2225701"/>
                  <a:pt x="4458044" y="2283183"/>
                </a:cubicBezTo>
                <a:lnTo>
                  <a:pt x="4572000" y="2285974"/>
                </a:lnTo>
                <a:lnTo>
                  <a:pt x="2286000" y="2285974"/>
                </a:lnTo>
                <a:close/>
              </a:path>
            </a:pathLst>
          </a:custGeom>
          <a:solidFill>
            <a:schemeClr val="accent2">
              <a:lumMod val="40000"/>
              <a:lumOff val="6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620285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F610C35C-5361-BD30-EB79-01BD72158B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-2992038" y="2992045"/>
            <a:ext cx="6858000" cy="873925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Freeform 26">
            <a:extLst>
              <a:ext uri="{FF2B5EF4-FFF2-40B4-BE49-F238E27FC236}">
                <a16:creationId xmlns:a16="http://schemas.microsoft.com/office/drawing/2014/main" id="{948A7171-32A3-1CAC-DDFD-7C44DDAF06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 flipH="1" flipV="1">
            <a:off x="1" y="0"/>
            <a:ext cx="1745673" cy="877824"/>
          </a:xfrm>
          <a:custGeom>
            <a:avLst/>
            <a:gdLst>
              <a:gd name="connsiteX0" fmla="*/ 0 w 4572000"/>
              <a:gd name="connsiteY0" fmla="*/ 2285974 h 2285974"/>
              <a:gd name="connsiteX1" fmla="*/ 113956 w 4572000"/>
              <a:gd name="connsiteY1" fmla="*/ 2283183 h 2285974"/>
              <a:gd name="connsiteX2" fmla="*/ 2283027 w 4572000"/>
              <a:gd name="connsiteY2" fmla="*/ 117584 h 2285974"/>
              <a:gd name="connsiteX3" fmla="*/ 2286000 w 4572000"/>
              <a:gd name="connsiteY3" fmla="*/ 0 h 2285974"/>
              <a:gd name="connsiteX4" fmla="*/ 2288973 w 4572000"/>
              <a:gd name="connsiteY4" fmla="*/ 117584 h 2285974"/>
              <a:gd name="connsiteX5" fmla="*/ 4458044 w 4572000"/>
              <a:gd name="connsiteY5" fmla="*/ 2283183 h 2285974"/>
              <a:gd name="connsiteX6" fmla="*/ 4572000 w 4572000"/>
              <a:gd name="connsiteY6" fmla="*/ 2285974 h 2285974"/>
              <a:gd name="connsiteX7" fmla="*/ 2286000 w 4572000"/>
              <a:gd name="connsiteY7" fmla="*/ 2285974 h 22859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572000" h="2285974">
                <a:moveTo>
                  <a:pt x="0" y="2285974"/>
                </a:moveTo>
                <a:lnTo>
                  <a:pt x="113956" y="2283183"/>
                </a:lnTo>
                <a:cubicBezTo>
                  <a:pt x="1284562" y="2225701"/>
                  <a:pt x="2223714" y="1287708"/>
                  <a:pt x="2283027" y="117584"/>
                </a:cubicBezTo>
                <a:lnTo>
                  <a:pt x="2286000" y="0"/>
                </a:lnTo>
                <a:lnTo>
                  <a:pt x="2288973" y="117584"/>
                </a:lnTo>
                <a:cubicBezTo>
                  <a:pt x="2348287" y="1287708"/>
                  <a:pt x="3287438" y="2225701"/>
                  <a:pt x="4458044" y="2283183"/>
                </a:cubicBezTo>
                <a:lnTo>
                  <a:pt x="4572000" y="2285974"/>
                </a:lnTo>
                <a:lnTo>
                  <a:pt x="2286000" y="2285974"/>
                </a:lnTo>
                <a:close/>
              </a:path>
            </a:pathLst>
          </a:custGeom>
          <a:solidFill>
            <a:schemeClr val="accent2">
              <a:lumMod val="40000"/>
              <a:lumOff val="6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8" name="Freeform 47">
            <a:extLst>
              <a:ext uri="{FF2B5EF4-FFF2-40B4-BE49-F238E27FC236}">
                <a16:creationId xmlns:a16="http://schemas.microsoft.com/office/drawing/2014/main" id="{06FD5EAC-FAC4-CDB4-6AB8-809E940F07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91644" y="3657688"/>
            <a:ext cx="3200357" cy="3200320"/>
          </a:xfrm>
          <a:custGeom>
            <a:avLst/>
            <a:gdLst>
              <a:gd name="connsiteX0" fmla="*/ 3200357 w 3200357"/>
              <a:gd name="connsiteY0" fmla="*/ 0 h 3200320"/>
              <a:gd name="connsiteX1" fmla="*/ 3200357 w 3200357"/>
              <a:gd name="connsiteY1" fmla="*/ 3200320 h 3200320"/>
              <a:gd name="connsiteX2" fmla="*/ 0 w 3200357"/>
              <a:gd name="connsiteY2" fmla="*/ 3200320 h 3200320"/>
              <a:gd name="connsiteX3" fmla="*/ 159536 w 3200357"/>
              <a:gd name="connsiteY3" fmla="*/ 3196412 h 3200320"/>
              <a:gd name="connsiteX4" fmla="*/ 3196195 w 3200357"/>
              <a:gd name="connsiteY4" fmla="*/ 164613 h 3200320"/>
              <a:gd name="connsiteX5" fmla="*/ 3200357 w 3200357"/>
              <a:gd name="connsiteY5" fmla="*/ 0 h 32003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00357" h="3200320">
                <a:moveTo>
                  <a:pt x="3200357" y="0"/>
                </a:moveTo>
                <a:lnTo>
                  <a:pt x="3200357" y="3200320"/>
                </a:lnTo>
                <a:lnTo>
                  <a:pt x="0" y="3200320"/>
                </a:lnTo>
                <a:lnTo>
                  <a:pt x="159536" y="3196412"/>
                </a:lnTo>
                <a:cubicBezTo>
                  <a:pt x="1798363" y="3115939"/>
                  <a:pt x="3113157" y="1802765"/>
                  <a:pt x="3196195" y="164613"/>
                </a:cubicBezTo>
                <a:lnTo>
                  <a:pt x="3200357" y="0"/>
                </a:lnTo>
                <a:close/>
              </a:path>
            </a:pathLst>
          </a:cu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6DA13352-25BC-FD28-A34C-DD204D5BF17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81748" y="246183"/>
            <a:ext cx="9525000" cy="1919521"/>
          </a:xfrm>
        </p:spPr>
        <p:txBody>
          <a:bodyPr>
            <a:normAutofit/>
          </a:bodyPr>
          <a:lstStyle>
            <a:lvl1pPr>
              <a:defRPr sz="3600">
                <a:solidFill>
                  <a:schemeClr val="accent2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034108AC-4ED2-99E6-0212-0AC0802C553A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1371600" y="2274033"/>
            <a:ext cx="9525000" cy="3317875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defRPr sz="1800"/>
            </a:lvl1pPr>
            <a:lvl2pPr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defRPr sz="1600"/>
            </a:lvl2pPr>
            <a:lvl3pPr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defRPr sz="1400"/>
            </a:lvl3pPr>
            <a:lvl4pPr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defRPr sz="1200"/>
            </a:lvl4pPr>
            <a:lvl5pPr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defRPr sz="12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C663CA19-070F-D373-ED8C-B6F895D11B8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96600" y="5983104"/>
            <a:ext cx="1295400" cy="87489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rgbClr val="FFFFFF"/>
                </a:solidFill>
                <a:latin typeface="+mj-lt"/>
              </a:defRPr>
            </a:lvl1pPr>
          </a:lstStyle>
          <a:p>
            <a:fld id="{08AB70BE-1769-45B8-85A6-0C837432C7E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259366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itle 3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16B6590-E6B3-B91C-752E-88256804F1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5983104"/>
            <a:ext cx="12192000" cy="873925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Freeform 26">
            <a:extLst>
              <a:ext uri="{FF2B5EF4-FFF2-40B4-BE49-F238E27FC236}">
                <a16:creationId xmlns:a16="http://schemas.microsoft.com/office/drawing/2014/main" id="{3A11B3D3-2DE9-50B1-D34F-653D466932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1493" y="3657680"/>
            <a:ext cx="3200357" cy="3200320"/>
          </a:xfrm>
          <a:custGeom>
            <a:avLst/>
            <a:gdLst>
              <a:gd name="connsiteX0" fmla="*/ 3200357 w 3200357"/>
              <a:gd name="connsiteY0" fmla="*/ 0 h 3200320"/>
              <a:gd name="connsiteX1" fmla="*/ 3200357 w 3200357"/>
              <a:gd name="connsiteY1" fmla="*/ 3200320 h 3200320"/>
              <a:gd name="connsiteX2" fmla="*/ 0 w 3200357"/>
              <a:gd name="connsiteY2" fmla="*/ 3200320 h 3200320"/>
              <a:gd name="connsiteX3" fmla="*/ 159536 w 3200357"/>
              <a:gd name="connsiteY3" fmla="*/ 3196412 h 3200320"/>
              <a:gd name="connsiteX4" fmla="*/ 3196195 w 3200357"/>
              <a:gd name="connsiteY4" fmla="*/ 164613 h 3200320"/>
              <a:gd name="connsiteX5" fmla="*/ 3200357 w 3200357"/>
              <a:gd name="connsiteY5" fmla="*/ 0 h 32003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00357" h="3200320">
                <a:moveTo>
                  <a:pt x="3200357" y="0"/>
                </a:moveTo>
                <a:lnTo>
                  <a:pt x="3200357" y="3200320"/>
                </a:lnTo>
                <a:lnTo>
                  <a:pt x="0" y="3200320"/>
                </a:lnTo>
                <a:lnTo>
                  <a:pt x="159536" y="3196412"/>
                </a:lnTo>
                <a:cubicBezTo>
                  <a:pt x="1798363" y="3115939"/>
                  <a:pt x="3113157" y="1802765"/>
                  <a:pt x="3196195" y="164613"/>
                </a:cubicBezTo>
                <a:lnTo>
                  <a:pt x="3200357" y="0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7" name="Freeform 27">
            <a:extLst>
              <a:ext uri="{FF2B5EF4-FFF2-40B4-BE49-F238E27FC236}">
                <a16:creationId xmlns:a16="http://schemas.microsoft.com/office/drawing/2014/main" id="{5EEBEB28-1DE8-01FC-1208-CE71F445D8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 flipH="1" flipV="1">
            <a:off x="0" y="0"/>
            <a:ext cx="2286000" cy="2285973"/>
          </a:xfrm>
          <a:custGeom>
            <a:avLst/>
            <a:gdLst>
              <a:gd name="connsiteX0" fmla="*/ 3200357 w 3200357"/>
              <a:gd name="connsiteY0" fmla="*/ 0 h 3200320"/>
              <a:gd name="connsiteX1" fmla="*/ 3200357 w 3200357"/>
              <a:gd name="connsiteY1" fmla="*/ 3200320 h 3200320"/>
              <a:gd name="connsiteX2" fmla="*/ 0 w 3200357"/>
              <a:gd name="connsiteY2" fmla="*/ 3200320 h 3200320"/>
              <a:gd name="connsiteX3" fmla="*/ 159536 w 3200357"/>
              <a:gd name="connsiteY3" fmla="*/ 3196412 h 3200320"/>
              <a:gd name="connsiteX4" fmla="*/ 3196195 w 3200357"/>
              <a:gd name="connsiteY4" fmla="*/ 164613 h 3200320"/>
              <a:gd name="connsiteX5" fmla="*/ 3200357 w 3200357"/>
              <a:gd name="connsiteY5" fmla="*/ 0 h 32003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00357" h="3200320">
                <a:moveTo>
                  <a:pt x="3200357" y="0"/>
                </a:moveTo>
                <a:lnTo>
                  <a:pt x="3200357" y="3200320"/>
                </a:lnTo>
                <a:lnTo>
                  <a:pt x="0" y="3200320"/>
                </a:lnTo>
                <a:lnTo>
                  <a:pt x="159536" y="3196412"/>
                </a:lnTo>
                <a:cubicBezTo>
                  <a:pt x="1798363" y="3115939"/>
                  <a:pt x="3113157" y="1802765"/>
                  <a:pt x="3196195" y="164613"/>
                </a:cubicBezTo>
                <a:lnTo>
                  <a:pt x="3200357" y="0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8" name="Freeform 31">
            <a:extLst>
              <a:ext uri="{FF2B5EF4-FFF2-40B4-BE49-F238E27FC236}">
                <a16:creationId xmlns:a16="http://schemas.microsoft.com/office/drawing/2014/main" id="{836BB78A-11DB-CCF3-7F2E-C0243B4095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 rot="16200000" flipH="1" flipV="1">
            <a:off x="-433923" y="5546255"/>
            <a:ext cx="1745673" cy="877824"/>
          </a:xfrm>
          <a:custGeom>
            <a:avLst/>
            <a:gdLst>
              <a:gd name="connsiteX0" fmla="*/ 0 w 4572000"/>
              <a:gd name="connsiteY0" fmla="*/ 2285974 h 2285974"/>
              <a:gd name="connsiteX1" fmla="*/ 113956 w 4572000"/>
              <a:gd name="connsiteY1" fmla="*/ 2283183 h 2285974"/>
              <a:gd name="connsiteX2" fmla="*/ 2283027 w 4572000"/>
              <a:gd name="connsiteY2" fmla="*/ 117584 h 2285974"/>
              <a:gd name="connsiteX3" fmla="*/ 2286000 w 4572000"/>
              <a:gd name="connsiteY3" fmla="*/ 0 h 2285974"/>
              <a:gd name="connsiteX4" fmla="*/ 2288973 w 4572000"/>
              <a:gd name="connsiteY4" fmla="*/ 117584 h 2285974"/>
              <a:gd name="connsiteX5" fmla="*/ 4458044 w 4572000"/>
              <a:gd name="connsiteY5" fmla="*/ 2283183 h 2285974"/>
              <a:gd name="connsiteX6" fmla="*/ 4572000 w 4572000"/>
              <a:gd name="connsiteY6" fmla="*/ 2285974 h 2285974"/>
              <a:gd name="connsiteX7" fmla="*/ 2286000 w 4572000"/>
              <a:gd name="connsiteY7" fmla="*/ 2285974 h 22859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572000" h="2285974">
                <a:moveTo>
                  <a:pt x="0" y="2285974"/>
                </a:moveTo>
                <a:lnTo>
                  <a:pt x="113956" y="2283183"/>
                </a:lnTo>
                <a:cubicBezTo>
                  <a:pt x="1284562" y="2225701"/>
                  <a:pt x="2223714" y="1287708"/>
                  <a:pt x="2283027" y="117584"/>
                </a:cubicBezTo>
                <a:lnTo>
                  <a:pt x="2286000" y="0"/>
                </a:lnTo>
                <a:lnTo>
                  <a:pt x="2288973" y="117584"/>
                </a:lnTo>
                <a:cubicBezTo>
                  <a:pt x="2348287" y="1287708"/>
                  <a:pt x="3287438" y="2225701"/>
                  <a:pt x="4458044" y="2283183"/>
                </a:cubicBezTo>
                <a:lnTo>
                  <a:pt x="4572000" y="2285974"/>
                </a:lnTo>
                <a:lnTo>
                  <a:pt x="2286000" y="2285974"/>
                </a:lnTo>
                <a:close/>
              </a:path>
            </a:pathLst>
          </a:custGeom>
          <a:solidFill>
            <a:schemeClr val="accent2">
              <a:lumMod val="40000"/>
              <a:lumOff val="6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00220F55-A7D0-A330-0E21-94E0D5ECA85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750734" y="835269"/>
            <a:ext cx="8690533" cy="2821183"/>
          </a:xfrm>
        </p:spPr>
        <p:txBody>
          <a:bodyPr anchor="b">
            <a:normAutofit/>
          </a:bodyPr>
          <a:lstStyle>
            <a:lvl1pPr algn="ctr">
              <a:defRPr sz="360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560B5AC1-38AD-9D8D-25F1-F8E10DE48AD7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1745739" y="3858233"/>
            <a:ext cx="8700522" cy="1953481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chemeClr val="bg2"/>
                </a:solidFill>
              </a:defRPr>
            </a:lvl1pPr>
            <a:lvl2pPr marL="457200" indent="0" algn="ctr">
              <a:buNone/>
              <a:defRPr sz="1600">
                <a:solidFill>
                  <a:schemeClr val="bg2"/>
                </a:solidFill>
              </a:defRPr>
            </a:lvl2pPr>
            <a:lvl3pPr marL="914400" indent="0" algn="ctr">
              <a:buNone/>
              <a:defRPr sz="1400">
                <a:solidFill>
                  <a:schemeClr val="bg2"/>
                </a:solidFill>
              </a:defRPr>
            </a:lvl3pPr>
            <a:lvl4pPr marL="1371600" indent="0" algn="ctr">
              <a:buNone/>
              <a:defRPr sz="1200">
                <a:solidFill>
                  <a:schemeClr val="bg2"/>
                </a:solidFill>
              </a:defRPr>
            </a:lvl4pPr>
            <a:lvl5pPr marL="1828800" indent="0" algn="ctr">
              <a:buNone/>
              <a:defRPr sz="1200">
                <a:solidFill>
                  <a:schemeClr val="bg2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C663CA19-070F-D373-ED8C-B6F895D11B8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96600" y="5983104"/>
            <a:ext cx="1295400" cy="87489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rgbClr val="FFFFFF"/>
                </a:solidFill>
                <a:latin typeface="+mj-lt"/>
              </a:defRPr>
            </a:lvl1pPr>
          </a:lstStyle>
          <a:p>
            <a:fld id="{08AB70BE-1769-45B8-85A6-0C837432C7E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21967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itle and 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A3FFEEC7-A0A7-27CB-3F2D-796281DCDC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5983104"/>
            <a:ext cx="12192000" cy="873925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Freeform 20">
            <a:extLst>
              <a:ext uri="{FF2B5EF4-FFF2-40B4-BE49-F238E27FC236}">
                <a16:creationId xmlns:a16="http://schemas.microsoft.com/office/drawing/2014/main" id="{2DCCFF86-2471-421E-E5FF-E38943252F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 flipH="1" flipV="1">
            <a:off x="0" y="0"/>
            <a:ext cx="2286000" cy="2285973"/>
          </a:xfrm>
          <a:custGeom>
            <a:avLst/>
            <a:gdLst>
              <a:gd name="connsiteX0" fmla="*/ 3200357 w 3200357"/>
              <a:gd name="connsiteY0" fmla="*/ 0 h 3200320"/>
              <a:gd name="connsiteX1" fmla="*/ 3200357 w 3200357"/>
              <a:gd name="connsiteY1" fmla="*/ 3200320 h 3200320"/>
              <a:gd name="connsiteX2" fmla="*/ 0 w 3200357"/>
              <a:gd name="connsiteY2" fmla="*/ 3200320 h 3200320"/>
              <a:gd name="connsiteX3" fmla="*/ 159536 w 3200357"/>
              <a:gd name="connsiteY3" fmla="*/ 3196412 h 3200320"/>
              <a:gd name="connsiteX4" fmla="*/ 3196195 w 3200357"/>
              <a:gd name="connsiteY4" fmla="*/ 164613 h 3200320"/>
              <a:gd name="connsiteX5" fmla="*/ 3200357 w 3200357"/>
              <a:gd name="connsiteY5" fmla="*/ 0 h 32003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00357" h="3200320">
                <a:moveTo>
                  <a:pt x="3200357" y="0"/>
                </a:moveTo>
                <a:lnTo>
                  <a:pt x="3200357" y="3200320"/>
                </a:lnTo>
                <a:lnTo>
                  <a:pt x="0" y="3200320"/>
                </a:lnTo>
                <a:lnTo>
                  <a:pt x="159536" y="3196412"/>
                </a:lnTo>
                <a:cubicBezTo>
                  <a:pt x="1798363" y="3115939"/>
                  <a:pt x="3113157" y="1802765"/>
                  <a:pt x="3196195" y="164613"/>
                </a:cubicBezTo>
                <a:lnTo>
                  <a:pt x="3200357" y="0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7" name="Freeform 21">
            <a:extLst>
              <a:ext uri="{FF2B5EF4-FFF2-40B4-BE49-F238E27FC236}">
                <a16:creationId xmlns:a16="http://schemas.microsoft.com/office/drawing/2014/main" id="{8300B484-623C-071D-E849-138F761417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 rot="16200000" flipH="1" flipV="1">
            <a:off x="-433923" y="5546255"/>
            <a:ext cx="1745673" cy="877824"/>
          </a:xfrm>
          <a:custGeom>
            <a:avLst/>
            <a:gdLst>
              <a:gd name="connsiteX0" fmla="*/ 0 w 4572000"/>
              <a:gd name="connsiteY0" fmla="*/ 2285974 h 2285974"/>
              <a:gd name="connsiteX1" fmla="*/ 113956 w 4572000"/>
              <a:gd name="connsiteY1" fmla="*/ 2283183 h 2285974"/>
              <a:gd name="connsiteX2" fmla="*/ 2283027 w 4572000"/>
              <a:gd name="connsiteY2" fmla="*/ 117584 h 2285974"/>
              <a:gd name="connsiteX3" fmla="*/ 2286000 w 4572000"/>
              <a:gd name="connsiteY3" fmla="*/ 0 h 2285974"/>
              <a:gd name="connsiteX4" fmla="*/ 2288973 w 4572000"/>
              <a:gd name="connsiteY4" fmla="*/ 117584 h 2285974"/>
              <a:gd name="connsiteX5" fmla="*/ 4458044 w 4572000"/>
              <a:gd name="connsiteY5" fmla="*/ 2283183 h 2285974"/>
              <a:gd name="connsiteX6" fmla="*/ 4572000 w 4572000"/>
              <a:gd name="connsiteY6" fmla="*/ 2285974 h 2285974"/>
              <a:gd name="connsiteX7" fmla="*/ 2286000 w 4572000"/>
              <a:gd name="connsiteY7" fmla="*/ 2285974 h 22859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572000" h="2285974">
                <a:moveTo>
                  <a:pt x="0" y="2285974"/>
                </a:moveTo>
                <a:lnTo>
                  <a:pt x="113956" y="2283183"/>
                </a:lnTo>
                <a:cubicBezTo>
                  <a:pt x="1284562" y="2225701"/>
                  <a:pt x="2223714" y="1287708"/>
                  <a:pt x="2283027" y="117584"/>
                </a:cubicBezTo>
                <a:lnTo>
                  <a:pt x="2286000" y="0"/>
                </a:lnTo>
                <a:lnTo>
                  <a:pt x="2288973" y="117584"/>
                </a:lnTo>
                <a:cubicBezTo>
                  <a:pt x="2348287" y="1287708"/>
                  <a:pt x="3287438" y="2225701"/>
                  <a:pt x="4458044" y="2283183"/>
                </a:cubicBezTo>
                <a:lnTo>
                  <a:pt x="4572000" y="2285974"/>
                </a:lnTo>
                <a:lnTo>
                  <a:pt x="2286000" y="2285974"/>
                </a:lnTo>
                <a:close/>
              </a:path>
            </a:pathLst>
          </a:custGeom>
          <a:solidFill>
            <a:schemeClr val="accent2">
              <a:lumMod val="40000"/>
              <a:lumOff val="6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Title 18">
            <a:extLst>
              <a:ext uri="{FF2B5EF4-FFF2-40B4-BE49-F238E27FC236}">
                <a16:creationId xmlns:a16="http://schemas.microsoft.com/office/drawing/2014/main" id="{99A6249F-0E28-0ABF-FE63-7ECC0E10625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62805" y="344399"/>
            <a:ext cx="9599008" cy="1729547"/>
          </a:xfrm>
        </p:spPr>
        <p:txBody>
          <a:bodyPr>
            <a:normAutofit/>
          </a:bodyPr>
          <a:lstStyle>
            <a:lvl1pPr>
              <a:defRPr sz="3600">
                <a:solidFill>
                  <a:schemeClr val="accent2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1" name="Content Placeholder 20">
            <a:extLst>
              <a:ext uri="{FF2B5EF4-FFF2-40B4-BE49-F238E27FC236}">
                <a16:creationId xmlns:a16="http://schemas.microsoft.com/office/drawing/2014/main" id="{CCC29225-33B5-6D19-F0BA-DE3F864F640A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1370867" y="2274034"/>
            <a:ext cx="4643438" cy="3298630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defRPr sz="1800"/>
            </a:lvl1pPr>
            <a:lvl2pPr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defRPr sz="1600"/>
            </a:lvl2pPr>
            <a:lvl3pPr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defRPr sz="1400"/>
            </a:lvl3pPr>
            <a:lvl4pPr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defRPr sz="1200"/>
            </a:lvl4pPr>
            <a:lvl5pPr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defRPr sz="12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2" name="Content Placeholder 20">
            <a:extLst>
              <a:ext uri="{FF2B5EF4-FFF2-40B4-BE49-F238E27FC236}">
                <a16:creationId xmlns:a16="http://schemas.microsoft.com/office/drawing/2014/main" id="{FB67020D-DF60-17C1-8DEC-EDECF653540F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6318375" y="2274034"/>
            <a:ext cx="4643438" cy="3298630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defRPr sz="1800"/>
            </a:lvl1pPr>
            <a:lvl2pPr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defRPr sz="1600"/>
            </a:lvl2pPr>
            <a:lvl3pPr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defRPr sz="1400"/>
            </a:lvl3pPr>
            <a:lvl4pPr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defRPr sz="1200"/>
            </a:lvl4pPr>
            <a:lvl5pPr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defRPr sz="12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75812651-A64E-FA0C-7D84-B20BA7C6731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96600" y="5983104"/>
            <a:ext cx="1295400" cy="87489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rgbClr val="FFFFFF"/>
                </a:solidFill>
                <a:latin typeface="+mj-lt"/>
              </a:defRPr>
            </a:lvl1pPr>
          </a:lstStyle>
          <a:p>
            <a:fld id="{08AB70BE-1769-45B8-85A6-0C837432C7E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71040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Closing 1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B181407F-D7F6-56CB-135C-01868BC1917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71597" y="1088211"/>
            <a:ext cx="4602483" cy="4896019"/>
          </a:xfrm>
        </p:spPr>
        <p:txBody>
          <a:bodyPr>
            <a:normAutofit/>
          </a:bodyPr>
          <a:lstStyle>
            <a:lvl1pPr>
              <a:defRPr sz="480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E517585-E867-BB06-B195-272DA0FD47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8"/>
            <a:ext cx="12192000" cy="873925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92D9EBD-88FB-A2C3-7EC2-46DD7B5326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-2990939" y="2990938"/>
            <a:ext cx="6855801" cy="873925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Freeform 22">
            <a:extLst>
              <a:ext uri="{FF2B5EF4-FFF2-40B4-BE49-F238E27FC236}">
                <a16:creationId xmlns:a16="http://schemas.microsoft.com/office/drawing/2014/main" id="{CB417425-9078-B6E8-97F7-BAA1536BA0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 flipH="1" flipV="1">
            <a:off x="0" y="-8"/>
            <a:ext cx="1745673" cy="877824"/>
          </a:xfrm>
          <a:custGeom>
            <a:avLst/>
            <a:gdLst>
              <a:gd name="connsiteX0" fmla="*/ 0 w 4572000"/>
              <a:gd name="connsiteY0" fmla="*/ 2285974 h 2285974"/>
              <a:gd name="connsiteX1" fmla="*/ 113956 w 4572000"/>
              <a:gd name="connsiteY1" fmla="*/ 2283183 h 2285974"/>
              <a:gd name="connsiteX2" fmla="*/ 2283027 w 4572000"/>
              <a:gd name="connsiteY2" fmla="*/ 117584 h 2285974"/>
              <a:gd name="connsiteX3" fmla="*/ 2286000 w 4572000"/>
              <a:gd name="connsiteY3" fmla="*/ 0 h 2285974"/>
              <a:gd name="connsiteX4" fmla="*/ 2288973 w 4572000"/>
              <a:gd name="connsiteY4" fmla="*/ 117584 h 2285974"/>
              <a:gd name="connsiteX5" fmla="*/ 4458044 w 4572000"/>
              <a:gd name="connsiteY5" fmla="*/ 2283183 h 2285974"/>
              <a:gd name="connsiteX6" fmla="*/ 4572000 w 4572000"/>
              <a:gd name="connsiteY6" fmla="*/ 2285974 h 2285974"/>
              <a:gd name="connsiteX7" fmla="*/ 2286000 w 4572000"/>
              <a:gd name="connsiteY7" fmla="*/ 2285974 h 22859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572000" h="2285974">
                <a:moveTo>
                  <a:pt x="0" y="2285974"/>
                </a:moveTo>
                <a:lnTo>
                  <a:pt x="113956" y="2283183"/>
                </a:lnTo>
                <a:cubicBezTo>
                  <a:pt x="1284562" y="2225701"/>
                  <a:pt x="2223714" y="1287708"/>
                  <a:pt x="2283027" y="117584"/>
                </a:cubicBezTo>
                <a:lnTo>
                  <a:pt x="2286000" y="0"/>
                </a:lnTo>
                <a:lnTo>
                  <a:pt x="2288973" y="117584"/>
                </a:lnTo>
                <a:cubicBezTo>
                  <a:pt x="2348287" y="1287708"/>
                  <a:pt x="3287438" y="2225701"/>
                  <a:pt x="4458044" y="2283183"/>
                </a:cubicBezTo>
                <a:lnTo>
                  <a:pt x="4572000" y="2285974"/>
                </a:lnTo>
                <a:lnTo>
                  <a:pt x="2286000" y="2285974"/>
                </a:lnTo>
                <a:close/>
              </a:path>
            </a:pathLst>
          </a:custGeom>
          <a:solidFill>
            <a:schemeClr val="accent2">
              <a:lumMod val="40000"/>
              <a:lumOff val="6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7" name="Freeform 4">
            <a:extLst>
              <a:ext uri="{FF2B5EF4-FFF2-40B4-BE49-F238E27FC236}">
                <a16:creationId xmlns:a16="http://schemas.microsoft.com/office/drawing/2014/main" id="{D7F56B38-71B8-A745-8D9C-BBEA278F3F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9905999" y="4572027"/>
            <a:ext cx="2286000" cy="2285973"/>
          </a:xfrm>
          <a:custGeom>
            <a:avLst/>
            <a:gdLst>
              <a:gd name="connsiteX0" fmla="*/ 3200357 w 3200357"/>
              <a:gd name="connsiteY0" fmla="*/ 0 h 3200320"/>
              <a:gd name="connsiteX1" fmla="*/ 3200357 w 3200357"/>
              <a:gd name="connsiteY1" fmla="*/ 3200320 h 3200320"/>
              <a:gd name="connsiteX2" fmla="*/ 0 w 3200357"/>
              <a:gd name="connsiteY2" fmla="*/ 3200320 h 3200320"/>
              <a:gd name="connsiteX3" fmla="*/ 159536 w 3200357"/>
              <a:gd name="connsiteY3" fmla="*/ 3196412 h 3200320"/>
              <a:gd name="connsiteX4" fmla="*/ 3196195 w 3200357"/>
              <a:gd name="connsiteY4" fmla="*/ 164613 h 3200320"/>
              <a:gd name="connsiteX5" fmla="*/ 3200357 w 3200357"/>
              <a:gd name="connsiteY5" fmla="*/ 0 h 32003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00357" h="3200320">
                <a:moveTo>
                  <a:pt x="3200357" y="0"/>
                </a:moveTo>
                <a:lnTo>
                  <a:pt x="3200357" y="3200320"/>
                </a:lnTo>
                <a:lnTo>
                  <a:pt x="0" y="3200320"/>
                </a:lnTo>
                <a:lnTo>
                  <a:pt x="159536" y="3196412"/>
                </a:lnTo>
                <a:cubicBezTo>
                  <a:pt x="1798363" y="3115939"/>
                  <a:pt x="3113157" y="1802765"/>
                  <a:pt x="3196195" y="164613"/>
                </a:cubicBezTo>
                <a:lnTo>
                  <a:pt x="3200357" y="0"/>
                </a:lnTo>
                <a:close/>
              </a:path>
            </a:pathLst>
          </a:custGeom>
          <a:solidFill>
            <a:schemeClr val="accent2">
              <a:lumMod val="60000"/>
              <a:lumOff val="4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45E5C644-63C0-D8A4-7EF1-1681AFB1F4D9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324599" y="1088210"/>
            <a:ext cx="4373564" cy="4894894"/>
          </a:xfrm>
        </p:spPr>
        <p:txBody>
          <a:bodyPr anchor="ctr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 b="1">
                <a:solidFill>
                  <a:schemeClr val="bg2"/>
                </a:solidFill>
              </a:defRPr>
            </a:lvl1pPr>
            <a:lvl2pPr marL="457200" indent="0">
              <a:spcBef>
                <a:spcPts val="0"/>
              </a:spcBef>
              <a:spcAft>
                <a:spcPts val="600"/>
              </a:spcAft>
              <a:buNone/>
              <a:defRPr sz="1600" b="1">
                <a:solidFill>
                  <a:schemeClr val="bg2"/>
                </a:solidFill>
              </a:defRPr>
            </a:lvl2pPr>
            <a:lvl3pPr marL="914400" indent="0">
              <a:spcBef>
                <a:spcPts val="0"/>
              </a:spcBef>
              <a:spcAft>
                <a:spcPts val="600"/>
              </a:spcAft>
              <a:buNone/>
              <a:defRPr sz="1400" b="1">
                <a:solidFill>
                  <a:schemeClr val="bg2"/>
                </a:solidFill>
              </a:defRPr>
            </a:lvl3pPr>
            <a:lvl4pPr marL="1371600" indent="0">
              <a:spcBef>
                <a:spcPts val="0"/>
              </a:spcBef>
              <a:spcAft>
                <a:spcPts val="600"/>
              </a:spcAft>
              <a:buNone/>
              <a:defRPr sz="1200" b="1">
                <a:solidFill>
                  <a:schemeClr val="bg2"/>
                </a:solidFill>
              </a:defRPr>
            </a:lvl4pPr>
            <a:lvl5pPr marL="1828800" indent="0">
              <a:spcBef>
                <a:spcPts val="0"/>
              </a:spcBef>
              <a:spcAft>
                <a:spcPts val="600"/>
              </a:spcAft>
              <a:buNone/>
              <a:defRPr sz="1200" b="1">
                <a:solidFill>
                  <a:schemeClr val="bg2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C663CA19-070F-D373-ED8C-B6F895D11B8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96600" y="5983104"/>
            <a:ext cx="1295400" cy="87489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rgbClr val="FFFFFF"/>
                </a:solidFill>
                <a:latin typeface="+mj-lt"/>
              </a:defRPr>
            </a:lvl1pPr>
          </a:lstStyle>
          <a:p>
            <a:fld id="{08AB70BE-1769-45B8-85A6-0C837432C7E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98281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7A08E557-10DB-421A-876E-1AE58F8E07C4}"/>
              </a:ext>
            </a:extLst>
          </p:cNvPr>
          <p:cNvSpPr/>
          <p:nvPr/>
        </p:nvSpPr>
        <p:spPr>
          <a:xfrm>
            <a:off x="8844703" y="3732560"/>
            <a:ext cx="3352193" cy="3125440"/>
          </a:xfrm>
          <a:custGeom>
            <a:avLst/>
            <a:gdLst>
              <a:gd name="connsiteX0" fmla="*/ 0 w 3352193"/>
              <a:gd name="connsiteY0" fmla="*/ 3125374 h 3125440"/>
              <a:gd name="connsiteX1" fmla="*/ 2579 w 3352193"/>
              <a:gd name="connsiteY1" fmla="*/ 3125440 h 3125440"/>
              <a:gd name="connsiteX2" fmla="*/ 0 w 3352193"/>
              <a:gd name="connsiteY2" fmla="*/ 3125440 h 3125440"/>
              <a:gd name="connsiteX3" fmla="*/ 3352193 w 3352193"/>
              <a:gd name="connsiteY3" fmla="*/ 0 h 3125440"/>
              <a:gd name="connsiteX4" fmla="*/ 3352193 w 3352193"/>
              <a:gd name="connsiteY4" fmla="*/ 3125440 h 3125440"/>
              <a:gd name="connsiteX5" fmla="*/ 2579 w 3352193"/>
              <a:gd name="connsiteY5" fmla="*/ 3125440 h 3125440"/>
              <a:gd name="connsiteX6" fmla="*/ 3348685 w 3352193"/>
              <a:gd name="connsiteY6" fmla="*/ 47035 h 31254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352193" h="3125440">
                <a:moveTo>
                  <a:pt x="0" y="3125374"/>
                </a:moveTo>
                <a:lnTo>
                  <a:pt x="2579" y="3125440"/>
                </a:lnTo>
                <a:lnTo>
                  <a:pt x="0" y="3125440"/>
                </a:lnTo>
                <a:close/>
                <a:moveTo>
                  <a:pt x="3352193" y="0"/>
                </a:moveTo>
                <a:lnTo>
                  <a:pt x="3352193" y="3125440"/>
                </a:lnTo>
                <a:lnTo>
                  <a:pt x="2579" y="3125440"/>
                </a:lnTo>
                <a:cubicBezTo>
                  <a:pt x="1744073" y="3125440"/>
                  <a:pt x="3176441" y="1776129"/>
                  <a:pt x="3348685" y="47035"/>
                </a:cubicBezTo>
                <a:close/>
              </a:path>
            </a:pathLst>
          </a:custGeom>
          <a:solidFill>
            <a:schemeClr val="accent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2EBCA0-8609-4F35-8CA7-7AD35FDACD7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75613" y="6434560"/>
            <a:ext cx="34280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spc="50" baseline="0">
                <a:solidFill>
                  <a:schemeClr val="accent2"/>
                </a:solidFill>
                <a:latin typeface="+mn-lt"/>
              </a:defRPr>
            </a:lvl1pPr>
          </a:lstStyle>
          <a:p>
            <a:endParaRPr lang="en-US" sz="1000" dirty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FDA9639-38D2-4CD4-A861-F6B4C6CB99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8775" y="590372"/>
            <a:ext cx="10202248" cy="132589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AF00B1-16C1-47B3-A7A0-B714683128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18825" y="1916262"/>
            <a:ext cx="10192198" cy="4133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CF9501-5B6B-4DAF-B59D-3C129ED805A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017000" y="6433202"/>
            <a:ext cx="2374150" cy="36784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spc="50" baseline="0">
                <a:solidFill>
                  <a:srgbClr val="FFFFFF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685DBD-B7AE-41D8-8CF1-B21CD58E1B4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91150" y="6433203"/>
            <a:ext cx="693263" cy="36784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FFFFF"/>
                </a:solidFill>
                <a:latin typeface="+mj-lt"/>
              </a:defRPr>
            </a:lvl1pPr>
          </a:lstStyle>
          <a:p>
            <a:fld id="{08AB70BE-1769-45B8-85A6-0C837432C7E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05364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3" r:id="rId1"/>
    <p:sldLayoutId id="2147483714" r:id="rId2"/>
    <p:sldLayoutId id="2147483715" r:id="rId3"/>
    <p:sldLayoutId id="2147483716" r:id="rId4"/>
    <p:sldLayoutId id="2147483717" r:id="rId5"/>
    <p:sldLayoutId id="2147483718" r:id="rId6"/>
    <p:sldLayoutId id="2147483719" r:id="rId7"/>
    <p:sldLayoutId id="2147483720" r:id="rId8"/>
    <p:sldLayoutId id="2147483721" r:id="rId9"/>
    <p:sldLayoutId id="2147483722" r:id="rId10"/>
    <p:sldLayoutId id="2147483723" r:id="rId11"/>
    <p:sldLayoutId id="2147483724" r:id="rId12"/>
    <p:sldLayoutId id="2147483728" r:id="rId13"/>
    <p:sldLayoutId id="2147483729" r:id="rId14"/>
    <p:sldLayoutId id="2147483730" r:id="rId15"/>
    <p:sldLayoutId id="2147483736" r:id="rId16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accent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5"/>
        </a:buClr>
        <a:buFont typeface="Arial" panose="020B0604020202020204" pitchFamily="34" charset="0"/>
        <a:buChar char="•"/>
        <a:defRPr sz="2000" kern="1200">
          <a:solidFill>
            <a:schemeClr val="tx2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5"/>
        </a:buClr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5"/>
        </a:buClr>
        <a:buFont typeface="Arial" panose="020B0604020202020204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5"/>
        </a:buClr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5"/>
        </a:buClr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orient="horz" pos="2736">
          <p15:clr>
            <a:srgbClr val="F26B43"/>
          </p15:clr>
        </p15:guide>
        <p15:guide id="4" orient="horz" pos="3312">
          <p15:clr>
            <a:srgbClr val="F26B43"/>
          </p15:clr>
        </p15:guide>
        <p15:guide id="5" orient="horz" pos="432">
          <p15:clr>
            <a:srgbClr val="F26B43"/>
          </p15:clr>
        </p15:guide>
        <p15:guide id="7" pos="4416">
          <p15:clr>
            <a:srgbClr val="F26B43"/>
          </p15:clr>
        </p15:guide>
        <p15:guide id="8" pos="5568">
          <p15:clr>
            <a:srgbClr val="F26B43"/>
          </p15:clr>
        </p15:guide>
        <p15:guide id="9" pos="7296">
          <p15:clr>
            <a:srgbClr val="F26B43"/>
          </p15:clr>
        </p15:guide>
        <p15:guide id="10" pos="2688">
          <p15:clr>
            <a:srgbClr val="F26B43"/>
          </p15:clr>
        </p15:guide>
        <p15:guide id="11" pos="1536">
          <p15:clr>
            <a:srgbClr val="F26B43"/>
          </p15:clr>
        </p15:guide>
        <p15:guide id="12" pos="384">
          <p15:clr>
            <a:srgbClr val="F26B43"/>
          </p15:clr>
        </p15:guide>
        <p15:guide id="13" pos="2112">
          <p15:clr>
            <a:srgbClr val="F26B43"/>
          </p15:clr>
        </p15:guide>
        <p15:guide id="14" pos="4992">
          <p15:clr>
            <a:srgbClr val="F26B43"/>
          </p15:clr>
        </p15:guide>
        <p15:guide id="15" pos="6720">
          <p15:clr>
            <a:srgbClr val="F26B43"/>
          </p15:clr>
        </p15:guide>
        <p15:guide id="16" pos="960">
          <p15:clr>
            <a:srgbClr val="F26B43"/>
          </p15:clr>
        </p15:guide>
        <p15:guide id="17" pos="3264">
          <p15:clr>
            <a:srgbClr val="F26B43"/>
          </p15:clr>
        </p15:guide>
        <p15:guide id="18" orient="horz" pos="1008">
          <p15:clr>
            <a:srgbClr val="F26B43"/>
          </p15:clr>
        </p15:guide>
        <p15:guide id="19" orient="horz" pos="3888">
          <p15:clr>
            <a:srgbClr val="F26B43"/>
          </p15:clr>
        </p15:guide>
        <p15:guide id="20" pos="6144">
          <p15:clr>
            <a:srgbClr val="F26B43"/>
          </p15:clr>
        </p15:guide>
        <p15:guide id="21" orient="horz" pos="1584">
          <p15:clr>
            <a:srgbClr val="F26B43"/>
          </p15:clr>
        </p15:guide>
        <p15:guide id="22" pos="576">
          <p15:clr>
            <a:srgbClr val="F26B43"/>
          </p15:clr>
        </p15:guide>
        <p15:guide id="23" pos="7104">
          <p15:clr>
            <a:srgbClr val="F26B43"/>
          </p15:clr>
        </p15:guide>
        <p15:guide id="24" pos="768">
          <p15:clr>
            <a:srgbClr val="F26B43"/>
          </p15:clr>
        </p15:guide>
        <p15:guide id="25" pos="6912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40D9AD-F97D-8DCF-97C2-FEE69475C0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4876" y="106588"/>
            <a:ext cx="10202248" cy="5094496"/>
          </a:xfrm>
        </p:spPr>
        <p:txBody>
          <a:bodyPr/>
          <a:lstStyle/>
          <a:p>
            <a:r>
              <a:rPr lang="en-US" sz="4400" dirty="0" err="1"/>
              <a:t>MedPoint</a:t>
            </a:r>
            <a:br>
              <a:rPr lang="en-US" dirty="0"/>
            </a:br>
            <a:r>
              <a:rPr lang="en-US" sz="7200" dirty="0" err="1"/>
              <a:t>DermAppoint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D9882FA-049D-25F3-3F24-590E9D0F184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8AB70BE-1769-45B8-85A6-0C837432C7E6}" type="slidenum">
              <a:rPr lang="en-US" smtClean="0"/>
              <a:pPr/>
              <a:t>1</a:t>
            </a:fld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BEFDADFA-806D-82F9-7B05-119D4978C36B}"/>
              </a:ext>
            </a:extLst>
          </p:cNvPr>
          <p:cNvSpPr txBox="1">
            <a:spLocks/>
          </p:cNvSpPr>
          <p:nvPr/>
        </p:nvSpPr>
        <p:spPr>
          <a:xfrm>
            <a:off x="1147276" y="3905250"/>
            <a:ext cx="8234849" cy="241978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800" dirty="0"/>
              <a:t>Nesif Pinduruan</a:t>
            </a:r>
          </a:p>
          <a:p>
            <a:pPr algn="l"/>
            <a:r>
              <a:rPr lang="en-US" sz="2800" dirty="0"/>
              <a:t>Adrianne </a:t>
            </a:r>
            <a:r>
              <a:rPr lang="en-US" sz="2800" dirty="0" err="1"/>
              <a:t>Cabuenas</a:t>
            </a:r>
            <a:endParaRPr lang="en-US" sz="2800" dirty="0"/>
          </a:p>
          <a:p>
            <a:pPr algn="l"/>
            <a:r>
              <a:rPr lang="en-US" sz="2800" dirty="0"/>
              <a:t>Khira Dianne </a:t>
            </a:r>
            <a:r>
              <a:rPr lang="en-US" sz="2800" dirty="0" err="1"/>
              <a:t>Orcullo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34410483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8C2EC19-A157-8389-07DB-650659081F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999188" y="-1521888"/>
            <a:ext cx="8690533" cy="2821183"/>
          </a:xfrm>
        </p:spPr>
        <p:txBody>
          <a:bodyPr>
            <a:normAutofit/>
          </a:bodyPr>
          <a:lstStyle/>
          <a:p>
            <a:r>
              <a:rPr lang="en-US" sz="4400" dirty="0"/>
              <a:t>Project Details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9D6390D-BFD6-DF07-2067-06D2785D587D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1189927" y="1094519"/>
            <a:ext cx="8700522" cy="1953481"/>
          </a:xfrm>
        </p:spPr>
        <p:txBody>
          <a:bodyPr/>
          <a:lstStyle/>
          <a:p>
            <a:r>
              <a:rPr lang="en-PH" sz="2000" dirty="0"/>
              <a:t> </a:t>
            </a:r>
          </a:p>
          <a:p>
            <a:pPr lvl="0" algn="l"/>
            <a:r>
              <a:rPr lang="en-PH" sz="2400" b="1" dirty="0"/>
              <a:t>    </a:t>
            </a:r>
            <a:r>
              <a:rPr lang="en-PH" sz="2400" b="1" dirty="0" err="1"/>
              <a:t>DermAppoint</a:t>
            </a:r>
            <a:br>
              <a:rPr lang="en-PH" sz="2000" b="1" dirty="0"/>
            </a:br>
            <a:r>
              <a:rPr lang="en-PH" sz="2000" dirty="0"/>
              <a:t>A system for patients to book dermatology appointments and for clinic administrators to manage appointments, services, and patient records.</a:t>
            </a:r>
          </a:p>
          <a:p>
            <a:endParaRPr lang="en-US" noProof="1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7DE2532-F4A7-30E2-0525-1FF82D28A31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8AB70BE-1769-45B8-85A6-0C837432C7E6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2A965A25-4786-01DD-CDDA-67D0CCD36598}"/>
              </a:ext>
            </a:extLst>
          </p:cNvPr>
          <p:cNvSpPr txBox="1">
            <a:spLocks/>
          </p:cNvSpPr>
          <p:nvPr/>
        </p:nvSpPr>
        <p:spPr>
          <a:xfrm>
            <a:off x="1279574" y="3429000"/>
            <a:ext cx="8700522" cy="1953481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0" indent="0" algn="ctr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5"/>
              </a:buClr>
              <a:buFont typeface="Arial" panose="020B0604020202020204" pitchFamily="34" charset="0"/>
              <a:buNone/>
              <a:defRPr sz="18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5"/>
              </a:buClr>
              <a:buFont typeface="Arial" panose="020B0604020202020204" pitchFamily="34" charset="0"/>
              <a:buNone/>
              <a:defRPr sz="16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5"/>
              </a:buClr>
              <a:buFont typeface="Arial" panose="020B0604020202020204" pitchFamily="34" charset="0"/>
              <a:buNone/>
              <a:defRPr sz="14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5"/>
              </a:buClr>
              <a:buFont typeface="Arial" panose="020B0604020202020204" pitchFamily="34" charset="0"/>
              <a:buNone/>
              <a:defRPr sz="12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5"/>
              </a:buClr>
              <a:buFont typeface="Arial" panose="020B0604020202020204" pitchFamily="34" charset="0"/>
              <a:buNone/>
              <a:defRPr sz="12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 algn="l"/>
            <a:r>
              <a:rPr lang="en-PH" sz="2400" b="1" dirty="0"/>
              <a:t>Target Users</a:t>
            </a:r>
          </a:p>
          <a:p>
            <a:pPr lvl="0" algn="l"/>
            <a:r>
              <a:rPr lang="en-PH" sz="2000" b="1" dirty="0"/>
              <a:t>Patients:</a:t>
            </a:r>
            <a:r>
              <a:rPr lang="en-PH" sz="2000" dirty="0"/>
              <a:t> Individuals seeking dermatology appointments. </a:t>
            </a:r>
          </a:p>
          <a:p>
            <a:pPr lvl="0" algn="l"/>
            <a:r>
              <a:rPr lang="en-PH" sz="2000" b="1" dirty="0"/>
              <a:t>Clinic Administrators:</a:t>
            </a:r>
            <a:r>
              <a:rPr lang="en-PH" sz="2000" dirty="0"/>
              <a:t> Staff who manage appointments, services, and patient data.</a:t>
            </a:r>
          </a:p>
          <a:p>
            <a:pPr algn="l"/>
            <a:r>
              <a:rPr lang="en-PH" sz="2000" dirty="0"/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24703456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C50987B-2796-2B79-83F4-10806B02A4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C0EE6033-BB19-B361-AB03-A83247680A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844703" y="3732560"/>
            <a:ext cx="3352193" cy="3125440"/>
          </a:xfrm>
          <a:custGeom>
            <a:avLst/>
            <a:gdLst>
              <a:gd name="connsiteX0" fmla="*/ 0 w 3352193"/>
              <a:gd name="connsiteY0" fmla="*/ 3125374 h 3125440"/>
              <a:gd name="connsiteX1" fmla="*/ 2579 w 3352193"/>
              <a:gd name="connsiteY1" fmla="*/ 3125440 h 3125440"/>
              <a:gd name="connsiteX2" fmla="*/ 0 w 3352193"/>
              <a:gd name="connsiteY2" fmla="*/ 3125440 h 3125440"/>
              <a:gd name="connsiteX3" fmla="*/ 3352193 w 3352193"/>
              <a:gd name="connsiteY3" fmla="*/ 0 h 3125440"/>
              <a:gd name="connsiteX4" fmla="*/ 3352193 w 3352193"/>
              <a:gd name="connsiteY4" fmla="*/ 3125440 h 3125440"/>
              <a:gd name="connsiteX5" fmla="*/ 2579 w 3352193"/>
              <a:gd name="connsiteY5" fmla="*/ 3125440 h 3125440"/>
              <a:gd name="connsiteX6" fmla="*/ 3348685 w 3352193"/>
              <a:gd name="connsiteY6" fmla="*/ 47035 h 31254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352193" h="3125440">
                <a:moveTo>
                  <a:pt x="0" y="3125374"/>
                </a:moveTo>
                <a:lnTo>
                  <a:pt x="2579" y="3125440"/>
                </a:lnTo>
                <a:lnTo>
                  <a:pt x="0" y="3125440"/>
                </a:lnTo>
                <a:close/>
                <a:moveTo>
                  <a:pt x="3352193" y="0"/>
                </a:moveTo>
                <a:lnTo>
                  <a:pt x="3352193" y="3125440"/>
                </a:lnTo>
                <a:lnTo>
                  <a:pt x="2579" y="3125440"/>
                </a:lnTo>
                <a:cubicBezTo>
                  <a:pt x="1744073" y="3125440"/>
                  <a:pt x="3176441" y="1776129"/>
                  <a:pt x="3348685" y="47035"/>
                </a:cubicBezTo>
                <a:close/>
              </a:path>
            </a:pathLst>
          </a:custGeom>
          <a:solidFill>
            <a:schemeClr val="accent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FB930E21-1B1C-531D-4660-D902FEEA82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1F9119CE-437A-78BA-0889-092F58F421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7351628" cy="6858000"/>
          </a:xfrm>
          <a:custGeom>
            <a:avLst/>
            <a:gdLst>
              <a:gd name="connsiteX0" fmla="*/ 0 w 7351628"/>
              <a:gd name="connsiteY0" fmla="*/ 0 h 6858000"/>
              <a:gd name="connsiteX1" fmla="*/ 1482273 w 7351628"/>
              <a:gd name="connsiteY1" fmla="*/ 0 h 6858000"/>
              <a:gd name="connsiteX2" fmla="*/ 2438400 w 7351628"/>
              <a:gd name="connsiteY2" fmla="*/ 0 h 6858000"/>
              <a:gd name="connsiteX3" fmla="*/ 7351628 w 7351628"/>
              <a:gd name="connsiteY3" fmla="*/ 0 h 6858000"/>
              <a:gd name="connsiteX4" fmla="*/ 3920673 w 7351628"/>
              <a:gd name="connsiteY4" fmla="*/ 3430955 h 6858000"/>
              <a:gd name="connsiteX5" fmla="*/ 7175072 w 7351628"/>
              <a:gd name="connsiteY5" fmla="*/ 6857446 h 6858000"/>
              <a:gd name="connsiteX6" fmla="*/ 7196984 w 7351628"/>
              <a:gd name="connsiteY6" fmla="*/ 6858000 h 6858000"/>
              <a:gd name="connsiteX7" fmla="*/ 2438400 w 7351628"/>
              <a:gd name="connsiteY7" fmla="*/ 6858000 h 6858000"/>
              <a:gd name="connsiteX8" fmla="*/ 1482273 w 7351628"/>
              <a:gd name="connsiteY8" fmla="*/ 6858000 h 6858000"/>
              <a:gd name="connsiteX9" fmla="*/ 0 w 7351628"/>
              <a:gd name="connsiteY9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7351628" h="6858000">
                <a:moveTo>
                  <a:pt x="0" y="0"/>
                </a:moveTo>
                <a:lnTo>
                  <a:pt x="1482273" y="0"/>
                </a:lnTo>
                <a:lnTo>
                  <a:pt x="2438400" y="0"/>
                </a:lnTo>
                <a:lnTo>
                  <a:pt x="7351628" y="0"/>
                </a:lnTo>
                <a:cubicBezTo>
                  <a:pt x="5456764" y="0"/>
                  <a:pt x="3920673" y="1536091"/>
                  <a:pt x="3920673" y="3430955"/>
                </a:cubicBezTo>
                <a:cubicBezTo>
                  <a:pt x="3920673" y="5266604"/>
                  <a:pt x="5362258" y="6765554"/>
                  <a:pt x="7175072" y="6857446"/>
                </a:cubicBezTo>
                <a:lnTo>
                  <a:pt x="7196984" y="6858000"/>
                </a:lnTo>
                <a:lnTo>
                  <a:pt x="2438400" y="6858000"/>
                </a:lnTo>
                <a:lnTo>
                  <a:pt x="1482273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0238C02C-93E1-E439-FE51-E13E619983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456350" y="0"/>
            <a:ext cx="7351628" cy="6858000"/>
          </a:xfrm>
          <a:custGeom>
            <a:avLst/>
            <a:gdLst>
              <a:gd name="connsiteX0" fmla="*/ 0 w 7351628"/>
              <a:gd name="connsiteY0" fmla="*/ 0 h 6858000"/>
              <a:gd name="connsiteX1" fmla="*/ 1482273 w 7351628"/>
              <a:gd name="connsiteY1" fmla="*/ 0 h 6858000"/>
              <a:gd name="connsiteX2" fmla="*/ 2438400 w 7351628"/>
              <a:gd name="connsiteY2" fmla="*/ 0 h 6858000"/>
              <a:gd name="connsiteX3" fmla="*/ 7351628 w 7351628"/>
              <a:gd name="connsiteY3" fmla="*/ 0 h 6858000"/>
              <a:gd name="connsiteX4" fmla="*/ 3920673 w 7351628"/>
              <a:gd name="connsiteY4" fmla="*/ 3430955 h 6858000"/>
              <a:gd name="connsiteX5" fmla="*/ 7175072 w 7351628"/>
              <a:gd name="connsiteY5" fmla="*/ 6857446 h 6858000"/>
              <a:gd name="connsiteX6" fmla="*/ 7196984 w 7351628"/>
              <a:gd name="connsiteY6" fmla="*/ 6858000 h 6858000"/>
              <a:gd name="connsiteX7" fmla="*/ 2438400 w 7351628"/>
              <a:gd name="connsiteY7" fmla="*/ 6858000 h 6858000"/>
              <a:gd name="connsiteX8" fmla="*/ 1482273 w 7351628"/>
              <a:gd name="connsiteY8" fmla="*/ 6858000 h 6858000"/>
              <a:gd name="connsiteX9" fmla="*/ 0 w 7351628"/>
              <a:gd name="connsiteY9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7351628" h="6858000">
                <a:moveTo>
                  <a:pt x="0" y="0"/>
                </a:moveTo>
                <a:lnTo>
                  <a:pt x="1482273" y="0"/>
                </a:lnTo>
                <a:lnTo>
                  <a:pt x="2438400" y="0"/>
                </a:lnTo>
                <a:lnTo>
                  <a:pt x="7351628" y="0"/>
                </a:lnTo>
                <a:cubicBezTo>
                  <a:pt x="5456764" y="0"/>
                  <a:pt x="3920673" y="1536091"/>
                  <a:pt x="3920673" y="3430955"/>
                </a:cubicBezTo>
                <a:cubicBezTo>
                  <a:pt x="3920673" y="5266604"/>
                  <a:pt x="5362258" y="6765554"/>
                  <a:pt x="7175072" y="6857446"/>
                </a:cubicBezTo>
                <a:lnTo>
                  <a:pt x="7196984" y="6858000"/>
                </a:lnTo>
                <a:lnTo>
                  <a:pt x="2438400" y="6858000"/>
                </a:lnTo>
                <a:lnTo>
                  <a:pt x="1482273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>
              <a:lumMod val="7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07FF950-69A0-3F36-57CE-EB6DFB786D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1" y="685800"/>
            <a:ext cx="2984390" cy="548640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en-US" sz="4800" dirty="0">
                <a:solidFill>
                  <a:srgbClr val="FFFFFF"/>
                </a:solidFill>
              </a:rPr>
              <a:t>Project Features</a:t>
            </a:r>
          </a:p>
        </p:txBody>
      </p:sp>
      <p:sp useBgFill="1">
        <p:nvSpPr>
          <p:cNvPr id="24" name="Freeform: Shape 23">
            <a:extLst>
              <a:ext uri="{FF2B5EF4-FFF2-40B4-BE49-F238E27FC236}">
                <a16:creationId xmlns:a16="http://schemas.microsoft.com/office/drawing/2014/main" id="{D5B97301-7A1B-F78C-31F2-DB0B3F9BA5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3898035" y="-3910"/>
            <a:ext cx="5963231" cy="6861910"/>
          </a:xfrm>
          <a:custGeom>
            <a:avLst/>
            <a:gdLst>
              <a:gd name="connsiteX0" fmla="*/ 2532276 w 5963231"/>
              <a:gd name="connsiteY0" fmla="*/ 6861910 h 6861910"/>
              <a:gd name="connsiteX1" fmla="*/ 2377645 w 5963231"/>
              <a:gd name="connsiteY1" fmla="*/ 6858000 h 6861910"/>
              <a:gd name="connsiteX2" fmla="*/ 0 w 5963231"/>
              <a:gd name="connsiteY2" fmla="*/ 6858000 h 6861910"/>
              <a:gd name="connsiteX3" fmla="*/ 0 w 5963231"/>
              <a:gd name="connsiteY3" fmla="*/ 0 h 6861910"/>
              <a:gd name="connsiteX4" fmla="*/ 2532276 w 5963231"/>
              <a:gd name="connsiteY4" fmla="*/ 0 h 6861910"/>
              <a:gd name="connsiteX5" fmla="*/ 2547568 w 5963231"/>
              <a:gd name="connsiteY5" fmla="*/ 0 h 6861910"/>
              <a:gd name="connsiteX6" fmla="*/ 2547568 w 5963231"/>
              <a:gd name="connsiteY6" fmla="*/ 387 h 6861910"/>
              <a:gd name="connsiteX7" fmla="*/ 2708832 w 5963231"/>
              <a:gd name="connsiteY7" fmla="*/ 4464 h 6861910"/>
              <a:gd name="connsiteX8" fmla="*/ 5963231 w 5963231"/>
              <a:gd name="connsiteY8" fmla="*/ 3430955 h 6861910"/>
              <a:gd name="connsiteX9" fmla="*/ 2532276 w 5963231"/>
              <a:gd name="connsiteY9" fmla="*/ 6861910 h 68619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963231" h="6861910">
                <a:moveTo>
                  <a:pt x="2532276" y="6861910"/>
                </a:moveTo>
                <a:lnTo>
                  <a:pt x="2377645" y="6858000"/>
                </a:lnTo>
                <a:lnTo>
                  <a:pt x="0" y="6858000"/>
                </a:lnTo>
                <a:lnTo>
                  <a:pt x="0" y="0"/>
                </a:lnTo>
                <a:lnTo>
                  <a:pt x="2532276" y="0"/>
                </a:lnTo>
                <a:lnTo>
                  <a:pt x="2547568" y="0"/>
                </a:lnTo>
                <a:lnTo>
                  <a:pt x="2547568" y="387"/>
                </a:lnTo>
                <a:lnTo>
                  <a:pt x="2708832" y="4464"/>
                </a:lnTo>
                <a:cubicBezTo>
                  <a:pt x="4521646" y="96356"/>
                  <a:pt x="5963231" y="1595306"/>
                  <a:pt x="5963231" y="3430955"/>
                </a:cubicBezTo>
                <a:cubicBezTo>
                  <a:pt x="5963231" y="5325819"/>
                  <a:pt x="4427140" y="6861910"/>
                  <a:pt x="2532276" y="6861910"/>
                </a:cubicBezTo>
                <a:close/>
              </a:path>
            </a:pathLst>
          </a:custGeom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F4C9E63-B171-A3EC-8845-5C26A2B8F91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91152" y="6434524"/>
            <a:ext cx="693261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>
              <a:lnSpc>
                <a:spcPct val="90000"/>
              </a:lnSpc>
              <a:spcAft>
                <a:spcPts val="600"/>
              </a:spcAft>
            </a:pPr>
            <a:fld id="{08AB70BE-1769-45B8-85A6-0C837432C7E6}" type="slidenum">
              <a:rPr lang="en-US" sz="1900">
                <a:solidFill>
                  <a:schemeClr val="accent2"/>
                </a:solidFill>
              </a:rPr>
              <a:pPr algn="r">
                <a:lnSpc>
                  <a:spcPct val="90000"/>
                </a:lnSpc>
                <a:spcAft>
                  <a:spcPts val="600"/>
                </a:spcAft>
              </a:pPr>
              <a:t>3</a:t>
            </a:fld>
            <a:endParaRPr lang="en-US" sz="1900">
              <a:solidFill>
                <a:schemeClr val="accent2"/>
              </a:solidFill>
            </a:endParaRP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CDBED85B-C2CF-9AF5-6414-0BE15D70AFDF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870428" y="570411"/>
            <a:ext cx="7293134" cy="5713267"/>
          </a:xfrm>
        </p:spPr>
        <p:txBody>
          <a:bodyPr>
            <a:normAutofit/>
          </a:bodyPr>
          <a:lstStyle/>
          <a:p>
            <a:r>
              <a:rPr lang="en-PH" sz="2000" dirty="0"/>
              <a:t> </a:t>
            </a:r>
          </a:p>
          <a:p>
            <a:pPr algn="just"/>
            <a:r>
              <a:rPr lang="en-PH" sz="2400" b="1" dirty="0">
                <a:solidFill>
                  <a:schemeClr val="accent1">
                    <a:lumMod val="50000"/>
                  </a:schemeClr>
                </a:solidFill>
              </a:rPr>
              <a:t>The system includes the following GUI windows:</a:t>
            </a:r>
          </a:p>
          <a:p>
            <a:pPr lvl="0" algn="just"/>
            <a:r>
              <a:rPr lang="en-PH" sz="2000" b="1" dirty="0">
                <a:solidFill>
                  <a:schemeClr val="accent1">
                    <a:lumMod val="50000"/>
                  </a:schemeClr>
                </a:solidFill>
              </a:rPr>
              <a:t>Welcome / Login Window</a:t>
            </a:r>
            <a:r>
              <a:rPr lang="en-PH" sz="2000" dirty="0">
                <a:solidFill>
                  <a:schemeClr val="accent1">
                    <a:lumMod val="50000"/>
                  </a:schemeClr>
                </a:solidFill>
              </a:rPr>
              <a:t> – For patient and admin login/signup.</a:t>
            </a:r>
          </a:p>
          <a:p>
            <a:pPr lvl="0" algn="just"/>
            <a:r>
              <a:rPr lang="en-PH" sz="2000" b="1" dirty="0">
                <a:solidFill>
                  <a:schemeClr val="accent1">
                    <a:lumMod val="50000"/>
                  </a:schemeClr>
                </a:solidFill>
              </a:rPr>
              <a:t>Patient Dashboard</a:t>
            </a:r>
            <a:r>
              <a:rPr lang="en-PH" sz="2000" dirty="0">
                <a:solidFill>
                  <a:schemeClr val="accent1">
                    <a:lumMod val="50000"/>
                  </a:schemeClr>
                </a:solidFill>
              </a:rPr>
              <a:t> – Main interfaces for patients.</a:t>
            </a:r>
          </a:p>
          <a:p>
            <a:pPr lvl="0" algn="just"/>
            <a:r>
              <a:rPr lang="en-PH" sz="2000" b="1" dirty="0">
                <a:solidFill>
                  <a:schemeClr val="accent1">
                    <a:lumMod val="50000"/>
                  </a:schemeClr>
                </a:solidFill>
              </a:rPr>
              <a:t>Admin Dashboard</a:t>
            </a:r>
            <a:r>
              <a:rPr lang="en-PH" sz="2000" dirty="0">
                <a:solidFill>
                  <a:schemeClr val="accent1">
                    <a:lumMod val="50000"/>
                  </a:schemeClr>
                </a:solidFill>
              </a:rPr>
              <a:t> – Main interfaces for administrators.</a:t>
            </a:r>
          </a:p>
          <a:p>
            <a:pPr lvl="0" algn="just"/>
            <a:r>
              <a:rPr lang="en-PH" sz="2000" b="1" dirty="0">
                <a:solidFill>
                  <a:schemeClr val="accent1">
                    <a:lumMod val="50000"/>
                  </a:schemeClr>
                </a:solidFill>
              </a:rPr>
              <a:t>Appointment Booking Form</a:t>
            </a:r>
            <a:r>
              <a:rPr lang="en-PH" sz="2000" dirty="0">
                <a:solidFill>
                  <a:schemeClr val="accent1">
                    <a:lumMod val="50000"/>
                  </a:schemeClr>
                </a:solidFill>
              </a:rPr>
              <a:t> – For booking new appointments.</a:t>
            </a:r>
          </a:p>
          <a:p>
            <a:pPr lvl="0" algn="just"/>
            <a:r>
              <a:rPr lang="en-PH" sz="2000" b="1" dirty="0">
                <a:solidFill>
                  <a:schemeClr val="accent1">
                    <a:lumMod val="50000"/>
                  </a:schemeClr>
                </a:solidFill>
              </a:rPr>
              <a:t>Appointment Management Panel</a:t>
            </a:r>
            <a:r>
              <a:rPr lang="en-PH" sz="2000" dirty="0">
                <a:solidFill>
                  <a:schemeClr val="accent1">
                    <a:lumMod val="50000"/>
                  </a:schemeClr>
                </a:solidFill>
              </a:rPr>
              <a:t> – For viewing and managing appointments.</a:t>
            </a:r>
          </a:p>
          <a:p>
            <a:pPr lvl="0" algn="just"/>
            <a:r>
              <a:rPr lang="en-PH" sz="2000" b="1" dirty="0">
                <a:solidFill>
                  <a:schemeClr val="accent1">
                    <a:lumMod val="50000"/>
                  </a:schemeClr>
                </a:solidFill>
              </a:rPr>
              <a:t>Services Management Panel</a:t>
            </a:r>
            <a:r>
              <a:rPr lang="en-PH" sz="2000" dirty="0">
                <a:solidFill>
                  <a:schemeClr val="accent1">
                    <a:lumMod val="50000"/>
                  </a:schemeClr>
                </a:solidFill>
              </a:rPr>
              <a:t> – For admins to add/edit/delete services.</a:t>
            </a:r>
          </a:p>
          <a:p>
            <a:pPr lvl="0" algn="just"/>
            <a:r>
              <a:rPr lang="en-PH" sz="2000" b="1" dirty="0">
                <a:solidFill>
                  <a:schemeClr val="accent1">
                    <a:lumMod val="50000"/>
                  </a:schemeClr>
                </a:solidFill>
              </a:rPr>
              <a:t>Patient Records Panel</a:t>
            </a:r>
            <a:r>
              <a:rPr lang="en-PH" sz="2000" dirty="0">
                <a:solidFill>
                  <a:schemeClr val="accent1">
                    <a:lumMod val="50000"/>
                  </a:schemeClr>
                </a:solidFill>
              </a:rPr>
              <a:t> – For admins to view patient history.</a:t>
            </a:r>
          </a:p>
          <a:p>
            <a:endParaRPr lang="en-US" noProof="1"/>
          </a:p>
        </p:txBody>
      </p:sp>
    </p:spTree>
    <p:extLst>
      <p:ext uri="{BB962C8B-B14F-4D97-AF65-F5344CB8AC3E}">
        <p14:creationId xmlns:p14="http://schemas.microsoft.com/office/powerpoint/2010/main" val="17023920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7A08E557-10DB-421A-876E-1AE58F8E07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844703" y="3732560"/>
            <a:ext cx="3352193" cy="3125440"/>
          </a:xfrm>
          <a:custGeom>
            <a:avLst/>
            <a:gdLst>
              <a:gd name="connsiteX0" fmla="*/ 0 w 3352193"/>
              <a:gd name="connsiteY0" fmla="*/ 3125374 h 3125440"/>
              <a:gd name="connsiteX1" fmla="*/ 2579 w 3352193"/>
              <a:gd name="connsiteY1" fmla="*/ 3125440 h 3125440"/>
              <a:gd name="connsiteX2" fmla="*/ 0 w 3352193"/>
              <a:gd name="connsiteY2" fmla="*/ 3125440 h 3125440"/>
              <a:gd name="connsiteX3" fmla="*/ 3352193 w 3352193"/>
              <a:gd name="connsiteY3" fmla="*/ 0 h 3125440"/>
              <a:gd name="connsiteX4" fmla="*/ 3352193 w 3352193"/>
              <a:gd name="connsiteY4" fmla="*/ 3125440 h 3125440"/>
              <a:gd name="connsiteX5" fmla="*/ 2579 w 3352193"/>
              <a:gd name="connsiteY5" fmla="*/ 3125440 h 3125440"/>
              <a:gd name="connsiteX6" fmla="*/ 3348685 w 3352193"/>
              <a:gd name="connsiteY6" fmla="*/ 47035 h 31254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352193" h="3125440">
                <a:moveTo>
                  <a:pt x="0" y="3125374"/>
                </a:moveTo>
                <a:lnTo>
                  <a:pt x="2579" y="3125440"/>
                </a:lnTo>
                <a:lnTo>
                  <a:pt x="0" y="3125440"/>
                </a:lnTo>
                <a:close/>
                <a:moveTo>
                  <a:pt x="3352193" y="0"/>
                </a:moveTo>
                <a:lnTo>
                  <a:pt x="3352193" y="3125440"/>
                </a:lnTo>
                <a:lnTo>
                  <a:pt x="2579" y="3125440"/>
                </a:lnTo>
                <a:cubicBezTo>
                  <a:pt x="1744073" y="3125440"/>
                  <a:pt x="3176441" y="1776129"/>
                  <a:pt x="3348685" y="47035"/>
                </a:cubicBezTo>
                <a:close/>
              </a:path>
            </a:pathLst>
          </a:custGeom>
          <a:solidFill>
            <a:schemeClr val="accent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35" name="Rectangle 34">
            <a:extLst>
              <a:ext uri="{FF2B5EF4-FFF2-40B4-BE49-F238E27FC236}">
                <a16:creationId xmlns:a16="http://schemas.microsoft.com/office/drawing/2014/main" id="{EB6DAA74-6928-4A84-9C3F-D130518F64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Freeform: Shape 35">
            <a:extLst>
              <a:ext uri="{FF2B5EF4-FFF2-40B4-BE49-F238E27FC236}">
                <a16:creationId xmlns:a16="http://schemas.microsoft.com/office/drawing/2014/main" id="{FDE2EC86-78BA-4B5E-A283-4FC8EC64C6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511" y="1"/>
            <a:ext cx="5199156" cy="6857999"/>
          </a:xfrm>
          <a:custGeom>
            <a:avLst/>
            <a:gdLst>
              <a:gd name="connsiteX0" fmla="*/ 0 w 5199156"/>
              <a:gd name="connsiteY0" fmla="*/ 0 h 6857999"/>
              <a:gd name="connsiteX1" fmla="*/ 5199156 w 5199156"/>
              <a:gd name="connsiteY1" fmla="*/ 0 h 6857999"/>
              <a:gd name="connsiteX2" fmla="*/ 5199156 w 5199156"/>
              <a:gd name="connsiteY2" fmla="*/ 4404241 h 6857999"/>
              <a:gd name="connsiteX3" fmla="*/ 2996280 w 5199156"/>
              <a:gd name="connsiteY3" fmla="*/ 6845331 h 6857999"/>
              <a:gd name="connsiteX4" fmla="*/ 2762435 w 5199156"/>
              <a:gd name="connsiteY4" fmla="*/ 6857139 h 6857999"/>
              <a:gd name="connsiteX5" fmla="*/ 2762435 w 5199156"/>
              <a:gd name="connsiteY5" fmla="*/ 6857999 h 6857999"/>
              <a:gd name="connsiteX6" fmla="*/ 2745398 w 5199156"/>
              <a:gd name="connsiteY6" fmla="*/ 6857999 h 6857999"/>
              <a:gd name="connsiteX7" fmla="*/ 0 w 5199156"/>
              <a:gd name="connsiteY7" fmla="*/ 685799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199156" h="6857999">
                <a:moveTo>
                  <a:pt x="0" y="0"/>
                </a:moveTo>
                <a:lnTo>
                  <a:pt x="5199156" y="0"/>
                </a:lnTo>
                <a:lnTo>
                  <a:pt x="5199156" y="4404241"/>
                </a:lnTo>
                <a:cubicBezTo>
                  <a:pt x="5199156" y="5674715"/>
                  <a:pt x="4233603" y="6719673"/>
                  <a:pt x="2996280" y="6845331"/>
                </a:cubicBezTo>
                <a:lnTo>
                  <a:pt x="2762435" y="6857139"/>
                </a:lnTo>
                <a:lnTo>
                  <a:pt x="2762435" y="6857999"/>
                </a:lnTo>
                <a:lnTo>
                  <a:pt x="2745398" y="6857999"/>
                </a:lnTo>
                <a:lnTo>
                  <a:pt x="0" y="6857999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36">
            <a:extLst>
              <a:ext uri="{FF2B5EF4-FFF2-40B4-BE49-F238E27FC236}">
                <a16:creationId xmlns:a16="http://schemas.microsoft.com/office/drawing/2014/main" id="{ECC966CD-9E88-40A4-8C1B-22FDDBF56C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39010" y="-39394"/>
            <a:ext cx="2353172" cy="2431959"/>
          </a:xfrm>
          <a:custGeom>
            <a:avLst/>
            <a:gdLst>
              <a:gd name="connsiteX0" fmla="*/ 0 w 2353172"/>
              <a:gd name="connsiteY0" fmla="*/ 0 h 2431959"/>
              <a:gd name="connsiteX1" fmla="*/ 2353172 w 2353172"/>
              <a:gd name="connsiteY1" fmla="*/ 0 h 2431959"/>
              <a:gd name="connsiteX2" fmla="*/ 2353172 w 2353172"/>
              <a:gd name="connsiteY2" fmla="*/ 2431959 h 2431959"/>
              <a:gd name="connsiteX3" fmla="*/ 2352312 w 2353172"/>
              <a:gd name="connsiteY3" fmla="*/ 2431959 h 2431959"/>
              <a:gd name="connsiteX4" fmla="*/ 2340504 w 2353172"/>
              <a:gd name="connsiteY4" fmla="*/ 2198113 h 2431959"/>
              <a:gd name="connsiteX5" fmla="*/ 134816 w 2353172"/>
              <a:gd name="connsiteY5" fmla="*/ 6383 h 24319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353172" h="2431959">
                <a:moveTo>
                  <a:pt x="0" y="0"/>
                </a:moveTo>
                <a:lnTo>
                  <a:pt x="2353172" y="0"/>
                </a:lnTo>
                <a:lnTo>
                  <a:pt x="2353172" y="2431959"/>
                </a:lnTo>
                <a:lnTo>
                  <a:pt x="2352312" y="2431959"/>
                </a:lnTo>
                <a:lnTo>
                  <a:pt x="2340504" y="2198113"/>
                </a:lnTo>
                <a:cubicBezTo>
                  <a:pt x="2222700" y="1038123"/>
                  <a:pt x="1296917" y="116993"/>
                  <a:pt x="134816" y="6383"/>
                </a:cubicBezTo>
                <a:close/>
              </a:path>
            </a:pathLst>
          </a:custGeom>
          <a:solidFill>
            <a:schemeClr val="accent2">
              <a:lumMod val="7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60027CB-3C27-FC4C-AEF9-685A21EA1B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1" y="919716"/>
            <a:ext cx="3787253" cy="3551275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6000" dirty="0">
                <a:solidFill>
                  <a:srgbClr val="FFFFFF"/>
                </a:solidFill>
              </a:rPr>
              <a:t>Welcome Panel 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25569D-4B51-26CD-C967-65D3F4059DB9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914401" y="4795284"/>
            <a:ext cx="3623480" cy="1084522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spcBef>
                <a:spcPts val="1000"/>
              </a:spcBef>
              <a:buClr>
                <a:schemeClr val="accent5"/>
              </a:buClr>
              <a:buNone/>
            </a:pPr>
            <a:r>
              <a:rPr lang="en-US" sz="1400" b="1" cap="all" spc="300">
                <a:solidFill>
                  <a:srgbClr val="FFFFFF"/>
                </a:solidFill>
              </a:rPr>
              <a:t>their life easier 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F072A86-8317-CD99-DE15-7E60568EE5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08720" y="3126119"/>
            <a:ext cx="5879259" cy="330708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36A0DE3-86BD-F03C-E8F5-5949A13FE89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08720" y="101180"/>
            <a:ext cx="5897994" cy="3317621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16BFA23-AB5B-BA88-E233-DE14DED5A29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91152" y="6433203"/>
            <a:ext cx="702781" cy="36784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>
              <a:lnSpc>
                <a:spcPct val="90000"/>
              </a:lnSpc>
              <a:spcAft>
                <a:spcPts val="600"/>
              </a:spcAft>
            </a:pPr>
            <a:fld id="{08AB70BE-1769-45B8-85A6-0C837432C7E6}" type="slidenum">
              <a:rPr lang="en-US" sz="1900">
                <a:solidFill>
                  <a:schemeClr val="accent2"/>
                </a:solidFill>
              </a:rPr>
              <a:pPr algn="r">
                <a:lnSpc>
                  <a:spcPct val="90000"/>
                </a:lnSpc>
                <a:spcAft>
                  <a:spcPts val="600"/>
                </a:spcAft>
              </a:pPr>
              <a:t>4</a:t>
            </a:fld>
            <a:endParaRPr lang="en-US" sz="190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576284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F465791-02C3-85CB-EC2D-AE1D097AD8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8358" y="0"/>
            <a:ext cx="9599008" cy="1729547"/>
          </a:xfrm>
        </p:spPr>
        <p:txBody>
          <a:bodyPr/>
          <a:lstStyle/>
          <a:p>
            <a:r>
              <a:rPr lang="en-US" dirty="0"/>
              <a:t>Patient’s Dashboard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FEF2AD9-EC94-1F3D-3B79-64938E47AD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8AB70BE-1769-45B8-85A6-0C837432C7E6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35AFF85-B4AF-9D02-B45F-DE81F419E5A8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968358" y="1144733"/>
            <a:ext cx="9928242" cy="571326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PH" b="1" dirty="0"/>
              <a:t>Patient Sees:</a:t>
            </a:r>
            <a:endParaRPr lang="en-PH" dirty="0"/>
          </a:p>
          <a:p>
            <a:r>
              <a:rPr lang="en-PH" b="1" dirty="0"/>
              <a:t>MAIN FEATURES</a:t>
            </a:r>
            <a:endParaRPr lang="en-PH" dirty="0"/>
          </a:p>
          <a:p>
            <a:pPr lvl="0"/>
            <a:r>
              <a:rPr lang="en-PH" b="1" dirty="0"/>
              <a:t>Profile Settings  </a:t>
            </a:r>
            <a:r>
              <a:rPr lang="en-PH" dirty="0"/>
              <a:t>(Edit name, birthdate, contact, email, location)</a:t>
            </a:r>
          </a:p>
          <a:p>
            <a:pPr lvl="0"/>
            <a:r>
              <a:rPr lang="en-PH" b="1" dirty="0"/>
              <a:t>Log Out</a:t>
            </a:r>
            <a:endParaRPr lang="en-PH" dirty="0"/>
          </a:p>
          <a:p>
            <a:pPr lvl="0"/>
            <a:r>
              <a:rPr lang="en-PH" b="1" dirty="0"/>
              <a:t>Book Appointment</a:t>
            </a:r>
            <a:endParaRPr lang="en-PH" dirty="0"/>
          </a:p>
          <a:p>
            <a:pPr lvl="0"/>
            <a:r>
              <a:rPr lang="en-PH" b="1" dirty="0"/>
              <a:t>Book for Another Person </a:t>
            </a:r>
            <a:r>
              <a:rPr lang="en-PH" dirty="0"/>
              <a:t>(No account needed)</a:t>
            </a:r>
          </a:p>
          <a:p>
            <a:pPr lvl="0"/>
            <a:r>
              <a:rPr lang="en-PH" b="1" dirty="0"/>
              <a:t>View Services</a:t>
            </a:r>
            <a:endParaRPr lang="en-PH" dirty="0"/>
          </a:p>
          <a:p>
            <a:pPr lvl="0"/>
            <a:r>
              <a:rPr lang="en-PH" b="1" dirty="0"/>
              <a:t>My Appointments</a:t>
            </a:r>
            <a:endParaRPr lang="en-PH" dirty="0"/>
          </a:p>
          <a:p>
            <a:pPr lvl="1"/>
            <a:r>
              <a:rPr lang="en-PH" dirty="0"/>
              <a:t>View details:</a:t>
            </a:r>
            <a:br>
              <a:rPr lang="en-PH" dirty="0"/>
            </a:br>
            <a:r>
              <a:rPr lang="en-PH" i="1" dirty="0"/>
              <a:t>(name, service, date/time, status — approved/declined/rescheduled)</a:t>
            </a:r>
            <a:endParaRPr lang="en-PH" dirty="0"/>
          </a:p>
          <a:p>
            <a:pPr lvl="1"/>
            <a:r>
              <a:rPr lang="en-PH" dirty="0"/>
              <a:t>Past Appointments</a:t>
            </a:r>
          </a:p>
          <a:p>
            <a:pPr lvl="1"/>
            <a:r>
              <a:rPr lang="en-PH" dirty="0"/>
              <a:t>Cancel Appointment</a:t>
            </a:r>
            <a:br>
              <a:rPr lang="en-PH" dirty="0"/>
            </a:br>
            <a:endParaRPr lang="en-PH" dirty="0"/>
          </a:p>
          <a:p>
            <a:pPr marL="0" indent="0">
              <a:buNone/>
            </a:pPr>
            <a:endParaRPr lang="en-US" noProof="1"/>
          </a:p>
        </p:txBody>
      </p:sp>
    </p:spTree>
    <p:extLst>
      <p:ext uri="{BB962C8B-B14F-4D97-AF65-F5344CB8AC3E}">
        <p14:creationId xmlns:p14="http://schemas.microsoft.com/office/powerpoint/2010/main" val="34218648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01580E-EF1A-371C-4A79-0C9ABADBE2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BB04C39-AB41-0F7C-9948-A88547CC54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4801" y="-148661"/>
            <a:ext cx="9599008" cy="1729547"/>
          </a:xfrm>
        </p:spPr>
        <p:txBody>
          <a:bodyPr/>
          <a:lstStyle/>
          <a:p>
            <a:r>
              <a:rPr lang="en-US" dirty="0"/>
              <a:t>Admin’s Dashboard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FEEC253-B924-AA80-AFB8-34C36EB29E8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8AB70BE-1769-45B8-85A6-0C837432C7E6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70E497-FC18-3610-8984-7034494FD0E9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1214801" y="1018644"/>
            <a:ext cx="7293134" cy="571326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PH" b="1" dirty="0"/>
              <a:t>Admin Sees:</a:t>
            </a:r>
            <a:endParaRPr lang="en-PH" dirty="0"/>
          </a:p>
          <a:p>
            <a:pPr lvl="0"/>
            <a:r>
              <a:rPr lang="en-PH" b="1" dirty="0"/>
              <a:t>Manage Appointments</a:t>
            </a:r>
            <a:endParaRPr lang="en-PH" dirty="0"/>
          </a:p>
          <a:p>
            <a:pPr lvl="1"/>
            <a:r>
              <a:rPr lang="en-PH" dirty="0"/>
              <a:t>View all appointments</a:t>
            </a:r>
          </a:p>
          <a:p>
            <a:pPr lvl="1"/>
            <a:r>
              <a:rPr lang="en-PH" dirty="0"/>
              <a:t>Approve / Decline</a:t>
            </a:r>
          </a:p>
          <a:p>
            <a:pPr lvl="1"/>
            <a:r>
              <a:rPr lang="en-PH" dirty="0"/>
              <a:t>Reschedule</a:t>
            </a:r>
          </a:p>
          <a:p>
            <a:pPr lvl="0"/>
            <a:r>
              <a:rPr lang="en-PH" b="1" dirty="0"/>
              <a:t>Add Appointment </a:t>
            </a:r>
            <a:r>
              <a:rPr lang="en-PH" dirty="0"/>
              <a:t>(Walk-in or No-Account patients)</a:t>
            </a:r>
          </a:p>
          <a:p>
            <a:pPr lvl="0"/>
            <a:r>
              <a:rPr lang="en-PH" b="1" dirty="0"/>
              <a:t>View Patient Records</a:t>
            </a:r>
            <a:endParaRPr lang="en-PH" dirty="0"/>
          </a:p>
          <a:p>
            <a:pPr lvl="1"/>
            <a:r>
              <a:rPr lang="en-PH" dirty="0"/>
              <a:t>Patient info</a:t>
            </a:r>
          </a:p>
          <a:p>
            <a:pPr lvl="1"/>
            <a:r>
              <a:rPr lang="en-PH" dirty="0"/>
              <a:t>Appointment history</a:t>
            </a:r>
          </a:p>
          <a:p>
            <a:pPr lvl="0"/>
            <a:r>
              <a:rPr lang="en-PH" b="1" dirty="0"/>
              <a:t>View Services</a:t>
            </a:r>
            <a:endParaRPr lang="en-PH" dirty="0"/>
          </a:p>
          <a:p>
            <a:pPr lvl="1"/>
            <a:r>
              <a:rPr lang="en-PH" dirty="0"/>
              <a:t>Add Service</a:t>
            </a:r>
          </a:p>
          <a:p>
            <a:pPr lvl="1"/>
            <a:r>
              <a:rPr lang="en-PH" dirty="0"/>
              <a:t>Edit Service</a:t>
            </a:r>
          </a:p>
          <a:p>
            <a:pPr lvl="1"/>
            <a:r>
              <a:rPr lang="en-PH" dirty="0"/>
              <a:t>Delete Service</a:t>
            </a:r>
          </a:p>
          <a:p>
            <a:pPr marL="0" indent="0">
              <a:buNone/>
            </a:pPr>
            <a:endParaRPr lang="en-US" noProof="1"/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F61A1B86-B01C-17A6-1DE5-BBD7890BE7FC}"/>
              </a:ext>
            </a:extLst>
          </p:cNvPr>
          <p:cNvSpPr txBox="1">
            <a:spLocks/>
          </p:cNvSpPr>
          <p:nvPr/>
        </p:nvSpPr>
        <p:spPr>
          <a:xfrm>
            <a:off x="5741977" y="1018644"/>
            <a:ext cx="7293134" cy="571326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PH" b="1" dirty="0"/>
              <a:t>Admin Account Settings </a:t>
            </a:r>
            <a:r>
              <a:rPr lang="en-PH" dirty="0"/>
              <a:t>(Edit name, birthdate, contact, email, location)</a:t>
            </a:r>
          </a:p>
          <a:p>
            <a:r>
              <a:rPr lang="en-PH" b="1" dirty="0"/>
              <a:t>Log Out</a:t>
            </a:r>
            <a:endParaRPr lang="en-PH" dirty="0"/>
          </a:p>
          <a:p>
            <a:pPr marL="0" indent="0">
              <a:buFont typeface="Arial" panose="020B0604020202020204" pitchFamily="34" charset="0"/>
              <a:buNone/>
            </a:pPr>
            <a:endParaRPr lang="en-US" noProof="1"/>
          </a:p>
        </p:txBody>
      </p:sp>
    </p:spTree>
    <p:extLst>
      <p:ext uri="{BB962C8B-B14F-4D97-AF65-F5344CB8AC3E}">
        <p14:creationId xmlns:p14="http://schemas.microsoft.com/office/powerpoint/2010/main" val="6184542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6C71D8FC-E122-CABE-6FCE-615B2C3419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Thank you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BD3020-EDCF-4903-D293-8011D228DBC6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280806097"/>
      </p:ext>
    </p:extLst>
  </p:cSld>
  <p:clrMapOvr>
    <a:masterClrMapping/>
  </p:clrMapOvr>
</p:sld>
</file>

<file path=ppt/theme/theme1.xml><?xml version="1.0" encoding="utf-8"?>
<a:theme xmlns:a="http://schemas.openxmlformats.org/drawingml/2006/main" name="ModOverlayVTI">
  <a:themeElements>
    <a:clrScheme name="Custom 50">
      <a:dk1>
        <a:sysClr val="windowText" lastClr="000000"/>
      </a:dk1>
      <a:lt1>
        <a:srgbClr val="F4F2EC"/>
      </a:lt1>
      <a:dk2>
        <a:srgbClr val="09283F"/>
      </a:dk2>
      <a:lt2>
        <a:srgbClr val="FFFFFF"/>
      </a:lt2>
      <a:accent1>
        <a:srgbClr val="3C9A8F"/>
      </a:accent1>
      <a:accent2>
        <a:srgbClr val="18818C"/>
      </a:accent2>
      <a:accent3>
        <a:srgbClr val="800A2F"/>
      </a:accent3>
      <a:accent4>
        <a:srgbClr val="F6635C"/>
      </a:accent4>
      <a:accent5>
        <a:srgbClr val="F48E7C"/>
      </a:accent5>
      <a:accent6>
        <a:srgbClr val="DA9D16"/>
      </a:accent6>
      <a:hlink>
        <a:srgbClr val="ED621D"/>
      </a:hlink>
      <a:folHlink>
        <a:srgbClr val="A18A6D"/>
      </a:folHlink>
    </a:clrScheme>
    <a:fontScheme name="Elephant Arial Nova Light">
      <a:majorFont>
        <a:latin typeface="Elephant"/>
        <a:ea typeface=""/>
        <a:cs typeface=""/>
      </a:majorFont>
      <a:minorFont>
        <a:latin typeface="Arial Nova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odOverlayVTI" id="{85202D65-63D3-4793-A090-FA8DF18DC0BE}" vid="{91924FCD-E846-48AE-B233-F25A78D18B8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Background xmlns="71af3243-3dd4-4a8d-8c0d-dd76da1f02a5">false</Background>
    <Status xmlns="71af3243-3dd4-4a8d-8c0d-dd76da1f02a5">Not started</Status>
    <_ip_UnifiedCompliancePolicyUIAction xmlns="http://schemas.microsoft.com/sharepoint/v3" xsi:nil="true"/>
    <Image xmlns="71af3243-3dd4-4a8d-8c0d-dd76da1f02a5">
      <Url xsi:nil="true"/>
      <Description xsi:nil="true"/>
    </Image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55453AF4-4FB0-4B39-9296-55DED383E98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4C5C2001-E626-4890-B405-22B5BD1CB05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80D7C3E5-1734-4636-9EC5-AEB06BF1FB20}">
  <ds:schemaRefs>
    <ds:schemaRef ds:uri="http://schemas.microsoft.com/office/2006/metadata/properties"/>
    <ds:schemaRef ds:uri="http://schemas.microsoft.com/office/infopath/2007/PartnerControls"/>
    <ds:schemaRef ds:uri="71af3243-3dd4-4a8d-8c0d-dd76da1f02a5"/>
    <ds:schemaRef ds:uri="http://schemas.microsoft.com/sharepoint/v3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{8042E16F-F7B5-4695-BB0E-50F9F9847718}TFce6c19b5-b857-4146-b2d9-33ca01394bc5af92e1a2_win32-293333268dd9</Template>
  <TotalTime>664</TotalTime>
  <Words>284</Words>
  <Application>Microsoft Office PowerPoint</Application>
  <PresentationFormat>Widescreen</PresentationFormat>
  <Paragraphs>65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Arial Nova Light</vt:lpstr>
      <vt:lpstr>Calibri</vt:lpstr>
      <vt:lpstr>Elephant</vt:lpstr>
      <vt:lpstr>ModOverlayVTI</vt:lpstr>
      <vt:lpstr>MedPoint DermAppoint</vt:lpstr>
      <vt:lpstr>Project Details</vt:lpstr>
      <vt:lpstr>Project Features</vt:lpstr>
      <vt:lpstr>Welcome Panel </vt:lpstr>
      <vt:lpstr>Patient’s Dashboard</vt:lpstr>
      <vt:lpstr>Admin’s Dashboard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Nesif Pinduruan</dc:creator>
  <cp:lastModifiedBy>Nesif Pinduruan</cp:lastModifiedBy>
  <cp:revision>1</cp:revision>
  <dcterms:created xsi:type="dcterms:W3CDTF">2025-12-16T00:35:52Z</dcterms:created>
  <dcterms:modified xsi:type="dcterms:W3CDTF">2025-12-31T09:14:39Z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